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8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8" d="100"/>
          <a:sy n="128" d="100"/>
        </p:scale>
        <p:origin x="154" y="72"/>
      </p:cViewPr>
      <p:guideLst>
        <p:guide orient="horz" pos="218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svg"/><Relationship Id="rId1" Type="http://schemas.openxmlformats.org/officeDocument/2006/relationships/image" Target="../media/image8.svg"/><Relationship Id="rId6" Type="http://schemas.openxmlformats.org/officeDocument/2006/relationships/image" Target="../media/image6.svg"/><Relationship Id="rId5" Type="http://schemas.openxmlformats.org/officeDocument/2006/relationships/image" Target="../media/image2.svg"/><Relationship Id="rId4" Type="http://schemas.openxmlformats.org/officeDocument/2006/relationships/image" Target="../media/image9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2.sv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svg"/><Relationship Id="rId1" Type="http://schemas.openxmlformats.org/officeDocument/2006/relationships/image" Target="../media/image8.svg"/><Relationship Id="rId6" Type="http://schemas.openxmlformats.org/officeDocument/2006/relationships/image" Target="../media/image6.svg"/><Relationship Id="rId5" Type="http://schemas.openxmlformats.org/officeDocument/2006/relationships/image" Target="../media/image2.svg"/><Relationship Id="rId4" Type="http://schemas.openxmlformats.org/officeDocument/2006/relationships/image" Target="../media/image9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2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816A0C-E9E6-4586-AB60-B9FA35C57075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4E8056E-1A4A-4767-A663-38CA77FF8AC8}">
      <dgm:prSet/>
      <dgm:spPr/>
      <dgm:t>
        <a:bodyPr/>
        <a:lstStyle/>
        <a:p>
          <a:r>
            <a:rPr lang="en-US"/>
            <a:t>Estimating player transfer values is complex and subjective</a:t>
          </a:r>
        </a:p>
      </dgm:t>
    </dgm:pt>
    <dgm:pt modelId="{4F6C909A-D8D7-4248-B960-E8B085B5D41F}" type="parTrans" cxnId="{970345E8-A7A6-4C62-AA8D-6A706DA6D7E2}">
      <dgm:prSet/>
      <dgm:spPr/>
      <dgm:t>
        <a:bodyPr/>
        <a:lstStyle/>
        <a:p>
          <a:endParaRPr lang="en-US"/>
        </a:p>
      </dgm:t>
    </dgm:pt>
    <dgm:pt modelId="{FB6CFD21-8115-4E5C-84F3-30725173A35C}" type="sibTrans" cxnId="{970345E8-A7A6-4C62-AA8D-6A706DA6D7E2}">
      <dgm:prSet/>
      <dgm:spPr/>
      <dgm:t>
        <a:bodyPr/>
        <a:lstStyle/>
        <a:p>
          <a:endParaRPr lang="en-US"/>
        </a:p>
      </dgm:t>
    </dgm:pt>
    <dgm:pt modelId="{8B50967B-0802-46AF-8DD1-14DE3AF9DED9}">
      <dgm:prSet/>
      <dgm:spPr/>
      <dgm:t>
        <a:bodyPr/>
        <a:lstStyle/>
        <a:p>
          <a:r>
            <a:rPr lang="en-US"/>
            <a:t>Traditional methods rely on limited data and expert opinions</a:t>
          </a:r>
        </a:p>
      </dgm:t>
    </dgm:pt>
    <dgm:pt modelId="{20481EA9-695B-40BF-BFD4-71AE5A4DFEE9}" type="parTrans" cxnId="{E996517B-FE22-4A55-B7FB-05B9C55A21CE}">
      <dgm:prSet/>
      <dgm:spPr/>
      <dgm:t>
        <a:bodyPr/>
        <a:lstStyle/>
        <a:p>
          <a:endParaRPr lang="en-US"/>
        </a:p>
      </dgm:t>
    </dgm:pt>
    <dgm:pt modelId="{44A1F387-0FA5-420B-BED2-72C03528F122}" type="sibTrans" cxnId="{E996517B-FE22-4A55-B7FB-05B9C55A21CE}">
      <dgm:prSet/>
      <dgm:spPr/>
      <dgm:t>
        <a:bodyPr/>
        <a:lstStyle/>
        <a:p>
          <a:endParaRPr lang="en-US"/>
        </a:p>
      </dgm:t>
    </dgm:pt>
    <dgm:pt modelId="{D241D8C1-8479-4AF1-B850-3034FF89D5ED}">
      <dgm:prSet/>
      <dgm:spPr/>
      <dgm:t>
        <a:bodyPr/>
        <a:lstStyle/>
        <a:p>
          <a:r>
            <a:rPr lang="en-US"/>
            <a:t>Lack of real-time, data-driven valuation systems</a:t>
          </a:r>
        </a:p>
      </dgm:t>
    </dgm:pt>
    <dgm:pt modelId="{57CB5965-EC1C-4A9C-B1C4-B0C22567A6D9}" type="parTrans" cxnId="{06386D97-6492-41A3-8167-ED9BEC5556C7}">
      <dgm:prSet/>
      <dgm:spPr/>
      <dgm:t>
        <a:bodyPr/>
        <a:lstStyle/>
        <a:p>
          <a:endParaRPr lang="en-US"/>
        </a:p>
      </dgm:t>
    </dgm:pt>
    <dgm:pt modelId="{98E9FEC6-8A05-4E7E-B192-53638A8D6FCB}" type="sibTrans" cxnId="{06386D97-6492-41A3-8167-ED9BEC5556C7}">
      <dgm:prSet/>
      <dgm:spPr/>
      <dgm:t>
        <a:bodyPr/>
        <a:lstStyle/>
        <a:p>
          <a:endParaRPr lang="en-US"/>
        </a:p>
      </dgm:t>
    </dgm:pt>
    <dgm:pt modelId="{39007BA1-8AAA-414D-86B5-44152F71A11D}">
      <dgm:prSet/>
      <dgm:spPr/>
      <dgm:t>
        <a:bodyPr/>
        <a:lstStyle/>
        <a:p>
          <a:r>
            <a:rPr lang="en-US"/>
            <a:t>Market volatility and multiple influencing factors (performance, sentiment, injuries)</a:t>
          </a:r>
        </a:p>
      </dgm:t>
    </dgm:pt>
    <dgm:pt modelId="{D5D82F8A-A135-463B-A01F-933C63131D5F}" type="parTrans" cxnId="{7D61F42A-179B-443B-9BE7-C9333F499AF2}">
      <dgm:prSet/>
      <dgm:spPr/>
      <dgm:t>
        <a:bodyPr/>
        <a:lstStyle/>
        <a:p>
          <a:endParaRPr lang="en-US"/>
        </a:p>
      </dgm:t>
    </dgm:pt>
    <dgm:pt modelId="{5227B761-80A4-462B-B49F-8026092691D1}" type="sibTrans" cxnId="{7D61F42A-179B-443B-9BE7-C9333F499AF2}">
      <dgm:prSet/>
      <dgm:spPr/>
      <dgm:t>
        <a:bodyPr/>
        <a:lstStyle/>
        <a:p>
          <a:endParaRPr lang="en-US"/>
        </a:p>
      </dgm:t>
    </dgm:pt>
    <dgm:pt modelId="{0F911CC3-4D46-41C8-97F9-BF8B31DA21BD}">
      <dgm:prSet/>
      <dgm:spPr/>
      <dgm:t>
        <a:bodyPr/>
        <a:lstStyle/>
        <a:p>
          <a:r>
            <a:rPr lang="en-US"/>
            <a:t>Need for accurate, dynamic prediction models for clubs and stakeholders</a:t>
          </a:r>
        </a:p>
      </dgm:t>
    </dgm:pt>
    <dgm:pt modelId="{05498930-8411-4E03-B41A-3C0D6539DBD5}" type="parTrans" cxnId="{62DA67F1-4F48-4F51-BDDE-83E5A0520D2F}">
      <dgm:prSet/>
      <dgm:spPr/>
      <dgm:t>
        <a:bodyPr/>
        <a:lstStyle/>
        <a:p>
          <a:endParaRPr lang="en-US"/>
        </a:p>
      </dgm:t>
    </dgm:pt>
    <dgm:pt modelId="{8F8BBD9E-0023-47E7-A43B-577A7E148978}" type="sibTrans" cxnId="{62DA67F1-4F48-4F51-BDDE-83E5A0520D2F}">
      <dgm:prSet/>
      <dgm:spPr/>
      <dgm:t>
        <a:bodyPr/>
        <a:lstStyle/>
        <a:p>
          <a:endParaRPr lang="en-US"/>
        </a:p>
      </dgm:t>
    </dgm:pt>
    <dgm:pt modelId="{F32DDA5D-99A2-4686-9227-12D9D2D699DF}" type="pres">
      <dgm:prSet presAssocID="{07816A0C-E9E6-4586-AB60-B9FA35C57075}" presName="outerComposite" presStyleCnt="0">
        <dgm:presLayoutVars>
          <dgm:chMax val="5"/>
          <dgm:dir/>
          <dgm:resizeHandles val="exact"/>
        </dgm:presLayoutVars>
      </dgm:prSet>
      <dgm:spPr/>
    </dgm:pt>
    <dgm:pt modelId="{D951E289-AC67-427C-8803-EA27C94A1EAA}" type="pres">
      <dgm:prSet presAssocID="{07816A0C-E9E6-4586-AB60-B9FA35C57075}" presName="dummyMaxCanvas" presStyleCnt="0">
        <dgm:presLayoutVars/>
      </dgm:prSet>
      <dgm:spPr/>
    </dgm:pt>
    <dgm:pt modelId="{8174C834-DE2C-45BD-9F14-247BF9196699}" type="pres">
      <dgm:prSet presAssocID="{07816A0C-E9E6-4586-AB60-B9FA35C57075}" presName="FiveNodes_1" presStyleLbl="node1" presStyleIdx="0" presStyleCnt="5">
        <dgm:presLayoutVars>
          <dgm:bulletEnabled val="1"/>
        </dgm:presLayoutVars>
      </dgm:prSet>
      <dgm:spPr/>
    </dgm:pt>
    <dgm:pt modelId="{81F8867F-1CD4-4330-A0E0-3677B8B8C027}" type="pres">
      <dgm:prSet presAssocID="{07816A0C-E9E6-4586-AB60-B9FA35C57075}" presName="FiveNodes_2" presStyleLbl="node1" presStyleIdx="1" presStyleCnt="5">
        <dgm:presLayoutVars>
          <dgm:bulletEnabled val="1"/>
        </dgm:presLayoutVars>
      </dgm:prSet>
      <dgm:spPr/>
    </dgm:pt>
    <dgm:pt modelId="{6F0CB1A3-22D1-4574-876B-6D4C58398E77}" type="pres">
      <dgm:prSet presAssocID="{07816A0C-E9E6-4586-AB60-B9FA35C57075}" presName="FiveNodes_3" presStyleLbl="node1" presStyleIdx="2" presStyleCnt="5">
        <dgm:presLayoutVars>
          <dgm:bulletEnabled val="1"/>
        </dgm:presLayoutVars>
      </dgm:prSet>
      <dgm:spPr/>
    </dgm:pt>
    <dgm:pt modelId="{81CECF37-12E2-49A7-850A-BA44448D3E45}" type="pres">
      <dgm:prSet presAssocID="{07816A0C-E9E6-4586-AB60-B9FA35C57075}" presName="FiveNodes_4" presStyleLbl="node1" presStyleIdx="3" presStyleCnt="5">
        <dgm:presLayoutVars>
          <dgm:bulletEnabled val="1"/>
        </dgm:presLayoutVars>
      </dgm:prSet>
      <dgm:spPr/>
    </dgm:pt>
    <dgm:pt modelId="{89A8678E-0AC2-4075-B1AB-68152E22E426}" type="pres">
      <dgm:prSet presAssocID="{07816A0C-E9E6-4586-AB60-B9FA35C57075}" presName="FiveNodes_5" presStyleLbl="node1" presStyleIdx="4" presStyleCnt="5">
        <dgm:presLayoutVars>
          <dgm:bulletEnabled val="1"/>
        </dgm:presLayoutVars>
      </dgm:prSet>
      <dgm:spPr/>
    </dgm:pt>
    <dgm:pt modelId="{893A8D13-71FF-474C-A576-1968198A3FCD}" type="pres">
      <dgm:prSet presAssocID="{07816A0C-E9E6-4586-AB60-B9FA35C57075}" presName="FiveConn_1-2" presStyleLbl="fgAccFollowNode1" presStyleIdx="0" presStyleCnt="4">
        <dgm:presLayoutVars>
          <dgm:bulletEnabled val="1"/>
        </dgm:presLayoutVars>
      </dgm:prSet>
      <dgm:spPr/>
    </dgm:pt>
    <dgm:pt modelId="{72F83F49-6292-4358-AD42-9593674B1070}" type="pres">
      <dgm:prSet presAssocID="{07816A0C-E9E6-4586-AB60-B9FA35C57075}" presName="FiveConn_2-3" presStyleLbl="fgAccFollowNode1" presStyleIdx="1" presStyleCnt="4">
        <dgm:presLayoutVars>
          <dgm:bulletEnabled val="1"/>
        </dgm:presLayoutVars>
      </dgm:prSet>
      <dgm:spPr/>
    </dgm:pt>
    <dgm:pt modelId="{261E3F8F-3A33-4D63-B3A0-456375C54E86}" type="pres">
      <dgm:prSet presAssocID="{07816A0C-E9E6-4586-AB60-B9FA35C57075}" presName="FiveConn_3-4" presStyleLbl="fgAccFollowNode1" presStyleIdx="2" presStyleCnt="4">
        <dgm:presLayoutVars>
          <dgm:bulletEnabled val="1"/>
        </dgm:presLayoutVars>
      </dgm:prSet>
      <dgm:spPr/>
    </dgm:pt>
    <dgm:pt modelId="{1CF7E37A-682D-4314-8BEE-A8595C0D28FE}" type="pres">
      <dgm:prSet presAssocID="{07816A0C-E9E6-4586-AB60-B9FA35C57075}" presName="FiveConn_4-5" presStyleLbl="fgAccFollowNode1" presStyleIdx="3" presStyleCnt="4">
        <dgm:presLayoutVars>
          <dgm:bulletEnabled val="1"/>
        </dgm:presLayoutVars>
      </dgm:prSet>
      <dgm:spPr/>
    </dgm:pt>
    <dgm:pt modelId="{26BF7EA5-CBE1-4459-AF3B-C4D92C5553A7}" type="pres">
      <dgm:prSet presAssocID="{07816A0C-E9E6-4586-AB60-B9FA35C57075}" presName="FiveNodes_1_text" presStyleLbl="node1" presStyleIdx="4" presStyleCnt="5">
        <dgm:presLayoutVars>
          <dgm:bulletEnabled val="1"/>
        </dgm:presLayoutVars>
      </dgm:prSet>
      <dgm:spPr/>
    </dgm:pt>
    <dgm:pt modelId="{39718A08-8EA4-4F64-8116-0C00AFAD62D4}" type="pres">
      <dgm:prSet presAssocID="{07816A0C-E9E6-4586-AB60-B9FA35C57075}" presName="FiveNodes_2_text" presStyleLbl="node1" presStyleIdx="4" presStyleCnt="5">
        <dgm:presLayoutVars>
          <dgm:bulletEnabled val="1"/>
        </dgm:presLayoutVars>
      </dgm:prSet>
      <dgm:spPr/>
    </dgm:pt>
    <dgm:pt modelId="{A0B6B3FF-571E-46C5-BF0B-4CD033EFC57B}" type="pres">
      <dgm:prSet presAssocID="{07816A0C-E9E6-4586-AB60-B9FA35C57075}" presName="FiveNodes_3_text" presStyleLbl="node1" presStyleIdx="4" presStyleCnt="5">
        <dgm:presLayoutVars>
          <dgm:bulletEnabled val="1"/>
        </dgm:presLayoutVars>
      </dgm:prSet>
      <dgm:spPr/>
    </dgm:pt>
    <dgm:pt modelId="{F45241FF-3AB5-4D33-9D55-F92052339B35}" type="pres">
      <dgm:prSet presAssocID="{07816A0C-E9E6-4586-AB60-B9FA35C57075}" presName="FiveNodes_4_text" presStyleLbl="node1" presStyleIdx="4" presStyleCnt="5">
        <dgm:presLayoutVars>
          <dgm:bulletEnabled val="1"/>
        </dgm:presLayoutVars>
      </dgm:prSet>
      <dgm:spPr/>
    </dgm:pt>
    <dgm:pt modelId="{A4B3F7D9-A481-4080-9211-37349B6C1539}" type="pres">
      <dgm:prSet presAssocID="{07816A0C-E9E6-4586-AB60-B9FA35C5707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B5FCEF03-37EA-4694-A009-007B711A6EAE}" type="presOf" srcId="{8B50967B-0802-46AF-8DD1-14DE3AF9DED9}" destId="{81F8867F-1CD4-4330-A0E0-3677B8B8C027}" srcOrd="0" destOrd="0" presId="urn:microsoft.com/office/officeart/2005/8/layout/vProcess5"/>
    <dgm:cxn modelId="{A06DAD06-CDF4-47A6-8997-CA6A9DD5947E}" type="presOf" srcId="{44A1F387-0FA5-420B-BED2-72C03528F122}" destId="{72F83F49-6292-4358-AD42-9593674B1070}" srcOrd="0" destOrd="0" presId="urn:microsoft.com/office/officeart/2005/8/layout/vProcess5"/>
    <dgm:cxn modelId="{639C5E20-0004-4F9D-A7D1-577BB9FF868C}" type="presOf" srcId="{0F911CC3-4D46-41C8-97F9-BF8B31DA21BD}" destId="{A4B3F7D9-A481-4080-9211-37349B6C1539}" srcOrd="1" destOrd="0" presId="urn:microsoft.com/office/officeart/2005/8/layout/vProcess5"/>
    <dgm:cxn modelId="{7F6CD722-E727-45A9-B591-12B493F136B1}" type="presOf" srcId="{5227B761-80A4-462B-B49F-8026092691D1}" destId="{1CF7E37A-682D-4314-8BEE-A8595C0D28FE}" srcOrd="0" destOrd="0" presId="urn:microsoft.com/office/officeart/2005/8/layout/vProcess5"/>
    <dgm:cxn modelId="{3855772A-7CE5-47F8-981E-9DA847CEDFD2}" type="presOf" srcId="{D241D8C1-8479-4AF1-B850-3034FF89D5ED}" destId="{A0B6B3FF-571E-46C5-BF0B-4CD033EFC57B}" srcOrd="1" destOrd="0" presId="urn:microsoft.com/office/officeart/2005/8/layout/vProcess5"/>
    <dgm:cxn modelId="{7D61F42A-179B-443B-9BE7-C9333F499AF2}" srcId="{07816A0C-E9E6-4586-AB60-B9FA35C57075}" destId="{39007BA1-8AAA-414D-86B5-44152F71A11D}" srcOrd="3" destOrd="0" parTransId="{D5D82F8A-A135-463B-A01F-933C63131D5F}" sibTransId="{5227B761-80A4-462B-B49F-8026092691D1}"/>
    <dgm:cxn modelId="{C406B33D-FCE6-4E3C-AA2A-8850F5EC8E62}" type="presOf" srcId="{39007BA1-8AAA-414D-86B5-44152F71A11D}" destId="{F45241FF-3AB5-4D33-9D55-F92052339B35}" srcOrd="1" destOrd="0" presId="urn:microsoft.com/office/officeart/2005/8/layout/vProcess5"/>
    <dgm:cxn modelId="{E996517B-FE22-4A55-B7FB-05B9C55A21CE}" srcId="{07816A0C-E9E6-4586-AB60-B9FA35C57075}" destId="{8B50967B-0802-46AF-8DD1-14DE3AF9DED9}" srcOrd="1" destOrd="0" parTransId="{20481EA9-695B-40BF-BFD4-71AE5A4DFEE9}" sibTransId="{44A1F387-0FA5-420B-BED2-72C03528F122}"/>
    <dgm:cxn modelId="{7E786883-0A8D-42FA-9F85-4E4FF05E4CDD}" type="presOf" srcId="{FB6CFD21-8115-4E5C-84F3-30725173A35C}" destId="{893A8D13-71FF-474C-A576-1968198A3FCD}" srcOrd="0" destOrd="0" presId="urn:microsoft.com/office/officeart/2005/8/layout/vProcess5"/>
    <dgm:cxn modelId="{84AC718A-EBD8-4FF3-9612-9E7AA82A75E2}" type="presOf" srcId="{8B50967B-0802-46AF-8DD1-14DE3AF9DED9}" destId="{39718A08-8EA4-4F64-8116-0C00AFAD62D4}" srcOrd="1" destOrd="0" presId="urn:microsoft.com/office/officeart/2005/8/layout/vProcess5"/>
    <dgm:cxn modelId="{2CDACF8B-4589-44F9-82A3-C11A12E6EACD}" type="presOf" srcId="{04E8056E-1A4A-4767-A663-38CA77FF8AC8}" destId="{26BF7EA5-CBE1-4459-AF3B-C4D92C5553A7}" srcOrd="1" destOrd="0" presId="urn:microsoft.com/office/officeart/2005/8/layout/vProcess5"/>
    <dgm:cxn modelId="{06386D97-6492-41A3-8167-ED9BEC5556C7}" srcId="{07816A0C-E9E6-4586-AB60-B9FA35C57075}" destId="{D241D8C1-8479-4AF1-B850-3034FF89D5ED}" srcOrd="2" destOrd="0" parTransId="{57CB5965-EC1C-4A9C-B1C4-B0C22567A6D9}" sibTransId="{98E9FEC6-8A05-4E7E-B192-53638A8D6FCB}"/>
    <dgm:cxn modelId="{58C140A8-194D-4900-81B8-688BEAE7A176}" type="presOf" srcId="{D241D8C1-8479-4AF1-B850-3034FF89D5ED}" destId="{6F0CB1A3-22D1-4574-876B-6D4C58398E77}" srcOrd="0" destOrd="0" presId="urn:microsoft.com/office/officeart/2005/8/layout/vProcess5"/>
    <dgm:cxn modelId="{A62624B0-A8A1-49D4-984D-DBF07BD12F8B}" type="presOf" srcId="{04E8056E-1A4A-4767-A663-38CA77FF8AC8}" destId="{8174C834-DE2C-45BD-9F14-247BF9196699}" srcOrd="0" destOrd="0" presId="urn:microsoft.com/office/officeart/2005/8/layout/vProcess5"/>
    <dgm:cxn modelId="{5097DDC8-37E0-41F4-932D-76A9675A9139}" type="presOf" srcId="{39007BA1-8AAA-414D-86B5-44152F71A11D}" destId="{81CECF37-12E2-49A7-850A-BA44448D3E45}" srcOrd="0" destOrd="0" presId="urn:microsoft.com/office/officeart/2005/8/layout/vProcess5"/>
    <dgm:cxn modelId="{739C1AE1-D950-4176-995D-9A18BF48FE6D}" type="presOf" srcId="{98E9FEC6-8A05-4E7E-B192-53638A8D6FCB}" destId="{261E3F8F-3A33-4D63-B3A0-456375C54E86}" srcOrd="0" destOrd="0" presId="urn:microsoft.com/office/officeart/2005/8/layout/vProcess5"/>
    <dgm:cxn modelId="{F1CFBEE3-1AD8-4254-B00F-8FE4C4EEFE56}" type="presOf" srcId="{0F911CC3-4D46-41C8-97F9-BF8B31DA21BD}" destId="{89A8678E-0AC2-4075-B1AB-68152E22E426}" srcOrd="0" destOrd="0" presId="urn:microsoft.com/office/officeart/2005/8/layout/vProcess5"/>
    <dgm:cxn modelId="{970345E8-A7A6-4C62-AA8D-6A706DA6D7E2}" srcId="{07816A0C-E9E6-4586-AB60-B9FA35C57075}" destId="{04E8056E-1A4A-4767-A663-38CA77FF8AC8}" srcOrd="0" destOrd="0" parTransId="{4F6C909A-D8D7-4248-B960-E8B085B5D41F}" sibTransId="{FB6CFD21-8115-4E5C-84F3-30725173A35C}"/>
    <dgm:cxn modelId="{62DA67F1-4F48-4F51-BDDE-83E5A0520D2F}" srcId="{07816A0C-E9E6-4586-AB60-B9FA35C57075}" destId="{0F911CC3-4D46-41C8-97F9-BF8B31DA21BD}" srcOrd="4" destOrd="0" parTransId="{05498930-8411-4E03-B41A-3C0D6539DBD5}" sibTransId="{8F8BBD9E-0023-47E7-A43B-577A7E148978}"/>
    <dgm:cxn modelId="{4B2A21F2-A3C5-4E8B-B2A6-5DA22AA9730C}" type="presOf" srcId="{07816A0C-E9E6-4586-AB60-B9FA35C57075}" destId="{F32DDA5D-99A2-4686-9227-12D9D2D699DF}" srcOrd="0" destOrd="0" presId="urn:microsoft.com/office/officeart/2005/8/layout/vProcess5"/>
    <dgm:cxn modelId="{87935730-B964-4D2F-83D6-51C0FBCCF225}" type="presParOf" srcId="{F32DDA5D-99A2-4686-9227-12D9D2D699DF}" destId="{D951E289-AC67-427C-8803-EA27C94A1EAA}" srcOrd="0" destOrd="0" presId="urn:microsoft.com/office/officeart/2005/8/layout/vProcess5"/>
    <dgm:cxn modelId="{FA53C575-9EF1-4A4F-9231-B65B4CA01115}" type="presParOf" srcId="{F32DDA5D-99A2-4686-9227-12D9D2D699DF}" destId="{8174C834-DE2C-45BD-9F14-247BF9196699}" srcOrd="1" destOrd="0" presId="urn:microsoft.com/office/officeart/2005/8/layout/vProcess5"/>
    <dgm:cxn modelId="{018B76C0-6370-4F59-B0F6-4B889FF0C1CA}" type="presParOf" srcId="{F32DDA5D-99A2-4686-9227-12D9D2D699DF}" destId="{81F8867F-1CD4-4330-A0E0-3677B8B8C027}" srcOrd="2" destOrd="0" presId="urn:microsoft.com/office/officeart/2005/8/layout/vProcess5"/>
    <dgm:cxn modelId="{CAFDE463-842F-4C8D-94D8-3656380259D3}" type="presParOf" srcId="{F32DDA5D-99A2-4686-9227-12D9D2D699DF}" destId="{6F0CB1A3-22D1-4574-876B-6D4C58398E77}" srcOrd="3" destOrd="0" presId="urn:microsoft.com/office/officeart/2005/8/layout/vProcess5"/>
    <dgm:cxn modelId="{090DE5FF-85FE-46D0-AC8E-2B8D14C3A2D3}" type="presParOf" srcId="{F32DDA5D-99A2-4686-9227-12D9D2D699DF}" destId="{81CECF37-12E2-49A7-850A-BA44448D3E45}" srcOrd="4" destOrd="0" presId="urn:microsoft.com/office/officeart/2005/8/layout/vProcess5"/>
    <dgm:cxn modelId="{89BABC1A-71EB-49CA-B86F-2A2A4DE4C180}" type="presParOf" srcId="{F32DDA5D-99A2-4686-9227-12D9D2D699DF}" destId="{89A8678E-0AC2-4075-B1AB-68152E22E426}" srcOrd="5" destOrd="0" presId="urn:microsoft.com/office/officeart/2005/8/layout/vProcess5"/>
    <dgm:cxn modelId="{6504F59B-0FD6-4727-9BF9-053D11B92F19}" type="presParOf" srcId="{F32DDA5D-99A2-4686-9227-12D9D2D699DF}" destId="{893A8D13-71FF-474C-A576-1968198A3FCD}" srcOrd="6" destOrd="0" presId="urn:microsoft.com/office/officeart/2005/8/layout/vProcess5"/>
    <dgm:cxn modelId="{5B6863A2-3BB8-42F6-BA9E-263E0C8E6155}" type="presParOf" srcId="{F32DDA5D-99A2-4686-9227-12D9D2D699DF}" destId="{72F83F49-6292-4358-AD42-9593674B1070}" srcOrd="7" destOrd="0" presId="urn:microsoft.com/office/officeart/2005/8/layout/vProcess5"/>
    <dgm:cxn modelId="{48FFE39B-BAC9-401F-AC9B-408F2389E42C}" type="presParOf" srcId="{F32DDA5D-99A2-4686-9227-12D9D2D699DF}" destId="{261E3F8F-3A33-4D63-B3A0-456375C54E86}" srcOrd="8" destOrd="0" presId="urn:microsoft.com/office/officeart/2005/8/layout/vProcess5"/>
    <dgm:cxn modelId="{65CE2A21-D758-4939-833E-9100AFCEB05A}" type="presParOf" srcId="{F32DDA5D-99A2-4686-9227-12D9D2D699DF}" destId="{1CF7E37A-682D-4314-8BEE-A8595C0D28FE}" srcOrd="9" destOrd="0" presId="urn:microsoft.com/office/officeart/2005/8/layout/vProcess5"/>
    <dgm:cxn modelId="{BBCBFFFF-1412-4631-BCAD-4D517B7A00E1}" type="presParOf" srcId="{F32DDA5D-99A2-4686-9227-12D9D2D699DF}" destId="{26BF7EA5-CBE1-4459-AF3B-C4D92C5553A7}" srcOrd="10" destOrd="0" presId="urn:microsoft.com/office/officeart/2005/8/layout/vProcess5"/>
    <dgm:cxn modelId="{6CEA4A0B-7740-4C60-BF08-4F77993E9813}" type="presParOf" srcId="{F32DDA5D-99A2-4686-9227-12D9D2D699DF}" destId="{39718A08-8EA4-4F64-8116-0C00AFAD62D4}" srcOrd="11" destOrd="0" presId="urn:microsoft.com/office/officeart/2005/8/layout/vProcess5"/>
    <dgm:cxn modelId="{0E92D542-5C6B-43DA-97B8-E60E4F2DED42}" type="presParOf" srcId="{F32DDA5D-99A2-4686-9227-12D9D2D699DF}" destId="{A0B6B3FF-571E-46C5-BF0B-4CD033EFC57B}" srcOrd="12" destOrd="0" presId="urn:microsoft.com/office/officeart/2005/8/layout/vProcess5"/>
    <dgm:cxn modelId="{7E08A5B3-B5F5-4E51-97E0-6D36E14F51C7}" type="presParOf" srcId="{F32DDA5D-99A2-4686-9227-12D9D2D699DF}" destId="{F45241FF-3AB5-4D33-9D55-F92052339B35}" srcOrd="13" destOrd="0" presId="urn:microsoft.com/office/officeart/2005/8/layout/vProcess5"/>
    <dgm:cxn modelId="{C8D23A25-9E64-4578-893A-3933EC6D1DB0}" type="presParOf" srcId="{F32DDA5D-99A2-4686-9227-12D9D2D699DF}" destId="{A4B3F7D9-A481-4080-9211-37349B6C1539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18CEB5-97B1-4152-A981-536333AC0AE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FB2F87-C3F1-43A2-8C1F-DF581FE07A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AI-driven prediction system integrating multi-source data</a:t>
          </a:r>
        </a:p>
      </dgm:t>
    </dgm:pt>
    <dgm:pt modelId="{8BF6F73C-C707-4F53-9332-72EEFCCDD828}" type="parTrans" cxnId="{D54782F7-67A0-4375-B866-23A671196512}">
      <dgm:prSet/>
      <dgm:spPr/>
      <dgm:t>
        <a:bodyPr/>
        <a:lstStyle/>
        <a:p>
          <a:endParaRPr lang="en-US"/>
        </a:p>
      </dgm:t>
    </dgm:pt>
    <dgm:pt modelId="{044D4AB8-ACFF-4E16-8340-A7B4DBAE61A0}" type="sibTrans" cxnId="{D54782F7-67A0-4375-B866-23A67119651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7C2B8F7-9CE5-42B4-9688-27290281B5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Time-series forecasting using LSTM neural networks</a:t>
          </a:r>
        </a:p>
      </dgm:t>
    </dgm:pt>
    <dgm:pt modelId="{C7631C28-D95D-4544-BB20-B567825BD1DB}" type="parTrans" cxnId="{FA255F37-E7A9-461B-B921-DE290529A543}">
      <dgm:prSet/>
      <dgm:spPr/>
      <dgm:t>
        <a:bodyPr/>
        <a:lstStyle/>
        <a:p>
          <a:endParaRPr lang="en-US"/>
        </a:p>
      </dgm:t>
    </dgm:pt>
    <dgm:pt modelId="{C05126E9-5C96-4DFD-AD5D-4A46E5375434}" type="sibTrans" cxnId="{FA255F37-E7A9-461B-B921-DE290529A54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50727E2-DB93-4BDF-9A5C-7222DB573B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Sentiment analysis from social media (VADER &amp; TextBlob)</a:t>
          </a:r>
        </a:p>
      </dgm:t>
    </dgm:pt>
    <dgm:pt modelId="{0011FE3C-BE5F-410A-AE4B-A028F67FA06A}" type="parTrans" cxnId="{C41A9A0B-122E-4256-8B14-F7320617F39C}">
      <dgm:prSet/>
      <dgm:spPr/>
      <dgm:t>
        <a:bodyPr/>
        <a:lstStyle/>
        <a:p>
          <a:endParaRPr lang="en-US"/>
        </a:p>
      </dgm:t>
    </dgm:pt>
    <dgm:pt modelId="{F23908A5-5653-42EC-BE27-75191890CEA9}" type="sibTrans" cxnId="{C41A9A0B-122E-4256-8B14-F7320617F39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70164D4-4745-4D52-ACAA-FD9070E4AD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Ensemble machine learning approach combining multiple models</a:t>
          </a:r>
        </a:p>
      </dgm:t>
    </dgm:pt>
    <dgm:pt modelId="{E46A7AA4-A002-4AC4-A37A-2485FD7BDA22}" type="parTrans" cxnId="{407B2DF9-D83D-4B92-A66A-C5F017576FB0}">
      <dgm:prSet/>
      <dgm:spPr/>
      <dgm:t>
        <a:bodyPr/>
        <a:lstStyle/>
        <a:p>
          <a:endParaRPr lang="en-US"/>
        </a:p>
      </dgm:t>
    </dgm:pt>
    <dgm:pt modelId="{C8C60D32-15E9-4AE0-B1FF-21184C2FE380}" type="sibTrans" cxnId="{407B2DF9-D83D-4B92-A66A-C5F017576FB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FAEFD86-E13A-4D17-915F-B1CE7F8F7E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Interactive dashboard for real-time player valuation insights</a:t>
          </a:r>
        </a:p>
      </dgm:t>
    </dgm:pt>
    <dgm:pt modelId="{B5F3B5F0-79B8-4D63-B1FD-65C4A43FA4C5}" type="parTrans" cxnId="{307075A9-A1E1-4586-A4F8-6BE605F9A883}">
      <dgm:prSet/>
      <dgm:spPr/>
      <dgm:t>
        <a:bodyPr/>
        <a:lstStyle/>
        <a:p>
          <a:endParaRPr lang="en-US"/>
        </a:p>
      </dgm:t>
    </dgm:pt>
    <dgm:pt modelId="{0941D68B-A490-4271-B7A3-26B85C000953}" type="sibTrans" cxnId="{307075A9-A1E1-4586-A4F8-6BE605F9A88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37FEA4B-4107-40E6-B186-8552328066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Historical data analysis with future value predictions</a:t>
          </a:r>
        </a:p>
      </dgm:t>
    </dgm:pt>
    <dgm:pt modelId="{EA7D1D01-7EEE-4CE9-AE0A-E9DE82F6D538}" type="parTrans" cxnId="{265E9941-E685-49EA-A8C8-4EF634DB9B88}">
      <dgm:prSet/>
      <dgm:spPr/>
      <dgm:t>
        <a:bodyPr/>
        <a:lstStyle/>
        <a:p>
          <a:endParaRPr lang="en-US"/>
        </a:p>
      </dgm:t>
    </dgm:pt>
    <dgm:pt modelId="{7C1E9173-F696-4462-879E-22A9623D0F5A}" type="sibTrans" cxnId="{265E9941-E685-49EA-A8C8-4EF634DB9B88}">
      <dgm:prSet/>
      <dgm:spPr/>
      <dgm:t>
        <a:bodyPr/>
        <a:lstStyle/>
        <a:p>
          <a:endParaRPr lang="en-US"/>
        </a:p>
      </dgm:t>
    </dgm:pt>
    <dgm:pt modelId="{F7DEC221-97C5-4BDB-9507-9D03086E17BF}" type="pres">
      <dgm:prSet presAssocID="{0018CEB5-97B1-4152-A981-536333AC0AEB}" presName="root" presStyleCnt="0">
        <dgm:presLayoutVars>
          <dgm:dir/>
          <dgm:resizeHandles val="exact"/>
        </dgm:presLayoutVars>
      </dgm:prSet>
      <dgm:spPr/>
    </dgm:pt>
    <dgm:pt modelId="{C0AAE03F-0C6A-436D-84B2-BE73CB4DE202}" type="pres">
      <dgm:prSet presAssocID="{0018CEB5-97B1-4152-A981-536333AC0AEB}" presName="container" presStyleCnt="0">
        <dgm:presLayoutVars>
          <dgm:dir/>
          <dgm:resizeHandles val="exact"/>
        </dgm:presLayoutVars>
      </dgm:prSet>
      <dgm:spPr/>
    </dgm:pt>
    <dgm:pt modelId="{3CC87BAC-C1EB-4E76-BC1E-3FC30868F2BA}" type="pres">
      <dgm:prSet presAssocID="{80FB2F87-C3F1-43A2-8C1F-DF581FE07A11}" presName="compNode" presStyleCnt="0"/>
      <dgm:spPr/>
    </dgm:pt>
    <dgm:pt modelId="{FD3D1F61-8D75-4EC2-85A9-797B85EBC106}" type="pres">
      <dgm:prSet presAssocID="{80FB2F87-C3F1-43A2-8C1F-DF581FE07A11}" presName="iconBgRect" presStyleLbl="bgShp" presStyleIdx="0" presStyleCnt="6"/>
      <dgm:spPr/>
    </dgm:pt>
    <dgm:pt modelId="{A7900813-60ED-4D3E-92EA-8BE9ABB963CB}" type="pres">
      <dgm:prSet presAssocID="{80FB2F87-C3F1-43A2-8C1F-DF581FE07A11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E60ECF3-04A7-4619-B0B0-8968BE009E16}" type="pres">
      <dgm:prSet presAssocID="{80FB2F87-C3F1-43A2-8C1F-DF581FE07A11}" presName="spaceRect" presStyleCnt="0"/>
      <dgm:spPr/>
    </dgm:pt>
    <dgm:pt modelId="{B90C5876-23E2-4D50-B6C2-D9F0E6E2B2AB}" type="pres">
      <dgm:prSet presAssocID="{80FB2F87-C3F1-43A2-8C1F-DF581FE07A11}" presName="textRect" presStyleLbl="revTx" presStyleIdx="0" presStyleCnt="6">
        <dgm:presLayoutVars>
          <dgm:chMax val="1"/>
          <dgm:chPref val="1"/>
        </dgm:presLayoutVars>
      </dgm:prSet>
      <dgm:spPr/>
    </dgm:pt>
    <dgm:pt modelId="{931C7782-3A0F-4F03-821E-820945D0FFBF}" type="pres">
      <dgm:prSet presAssocID="{044D4AB8-ACFF-4E16-8340-A7B4DBAE61A0}" presName="sibTrans" presStyleLbl="sibTrans2D1" presStyleIdx="0" presStyleCnt="0"/>
      <dgm:spPr/>
    </dgm:pt>
    <dgm:pt modelId="{AC12FA81-F60E-4B8A-8A2D-DBB1973FD3D8}" type="pres">
      <dgm:prSet presAssocID="{47C2B8F7-9CE5-42B4-9688-27290281B50F}" presName="compNode" presStyleCnt="0"/>
      <dgm:spPr/>
    </dgm:pt>
    <dgm:pt modelId="{10687CF7-DF76-4035-B6B5-A2FAEF7C12B5}" type="pres">
      <dgm:prSet presAssocID="{47C2B8F7-9CE5-42B4-9688-27290281B50F}" presName="iconBgRect" presStyleLbl="bgShp" presStyleIdx="1" presStyleCnt="6"/>
      <dgm:spPr/>
    </dgm:pt>
    <dgm:pt modelId="{BB73915C-272B-4089-BF67-49FEEB2B2EC8}" type="pres">
      <dgm:prSet presAssocID="{47C2B8F7-9CE5-42B4-9688-27290281B50F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A44F5BD5-6C8C-490A-97E4-0D351FA5EF28}" type="pres">
      <dgm:prSet presAssocID="{47C2B8F7-9CE5-42B4-9688-27290281B50F}" presName="spaceRect" presStyleCnt="0"/>
      <dgm:spPr/>
    </dgm:pt>
    <dgm:pt modelId="{7E740E9B-C4B6-4829-99CF-A01AAD33964E}" type="pres">
      <dgm:prSet presAssocID="{47C2B8F7-9CE5-42B4-9688-27290281B50F}" presName="textRect" presStyleLbl="revTx" presStyleIdx="1" presStyleCnt="6">
        <dgm:presLayoutVars>
          <dgm:chMax val="1"/>
          <dgm:chPref val="1"/>
        </dgm:presLayoutVars>
      </dgm:prSet>
      <dgm:spPr/>
    </dgm:pt>
    <dgm:pt modelId="{24F52827-BB4B-44B6-8021-363DAE463A65}" type="pres">
      <dgm:prSet presAssocID="{C05126E9-5C96-4DFD-AD5D-4A46E5375434}" presName="sibTrans" presStyleLbl="sibTrans2D1" presStyleIdx="0" presStyleCnt="0"/>
      <dgm:spPr/>
    </dgm:pt>
    <dgm:pt modelId="{42F9B4C6-9C85-485C-B445-88ABB4C6511E}" type="pres">
      <dgm:prSet presAssocID="{850727E2-DB93-4BDF-9A5C-7222DB573B41}" presName="compNode" presStyleCnt="0"/>
      <dgm:spPr/>
    </dgm:pt>
    <dgm:pt modelId="{C660B784-BD1E-4186-9FAF-193395240B03}" type="pres">
      <dgm:prSet presAssocID="{850727E2-DB93-4BDF-9A5C-7222DB573B41}" presName="iconBgRect" presStyleLbl="bgShp" presStyleIdx="2" presStyleCnt="6"/>
      <dgm:spPr/>
    </dgm:pt>
    <dgm:pt modelId="{DAA6F7FA-31D3-4BA7-96B5-52DFC11F5FC5}" type="pres">
      <dgm:prSet presAssocID="{850727E2-DB93-4BDF-9A5C-7222DB573B41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rection"/>
        </a:ext>
      </dgm:extLst>
    </dgm:pt>
    <dgm:pt modelId="{4D7955DC-7F9F-430D-950F-66E6127926EF}" type="pres">
      <dgm:prSet presAssocID="{850727E2-DB93-4BDF-9A5C-7222DB573B41}" presName="spaceRect" presStyleCnt="0"/>
      <dgm:spPr/>
    </dgm:pt>
    <dgm:pt modelId="{F91B4AA9-1870-42DD-8C67-0CC133229EEE}" type="pres">
      <dgm:prSet presAssocID="{850727E2-DB93-4BDF-9A5C-7222DB573B41}" presName="textRect" presStyleLbl="revTx" presStyleIdx="2" presStyleCnt="6">
        <dgm:presLayoutVars>
          <dgm:chMax val="1"/>
          <dgm:chPref val="1"/>
        </dgm:presLayoutVars>
      </dgm:prSet>
      <dgm:spPr/>
    </dgm:pt>
    <dgm:pt modelId="{6AB3C46A-4AAE-4990-BFCD-B93A4999B3A9}" type="pres">
      <dgm:prSet presAssocID="{F23908A5-5653-42EC-BE27-75191890CEA9}" presName="sibTrans" presStyleLbl="sibTrans2D1" presStyleIdx="0" presStyleCnt="0"/>
      <dgm:spPr/>
    </dgm:pt>
    <dgm:pt modelId="{670CB366-79C8-4BC6-9A28-8F5D752E2F1F}" type="pres">
      <dgm:prSet presAssocID="{870164D4-4745-4D52-ACAA-FD9070E4AD27}" presName="compNode" presStyleCnt="0"/>
      <dgm:spPr/>
    </dgm:pt>
    <dgm:pt modelId="{616F1E74-E0FD-488A-991E-94254C39D73C}" type="pres">
      <dgm:prSet presAssocID="{870164D4-4745-4D52-ACAA-FD9070E4AD27}" presName="iconBgRect" presStyleLbl="bgShp" presStyleIdx="3" presStyleCnt="6"/>
      <dgm:spPr/>
    </dgm:pt>
    <dgm:pt modelId="{9D422AFF-73E9-466B-A36E-8E4329AEAF3F}" type="pres">
      <dgm:prSet presAssocID="{870164D4-4745-4D52-ACAA-FD9070E4AD27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88C029B-BAD8-4C78-B440-9D032269BB08}" type="pres">
      <dgm:prSet presAssocID="{870164D4-4745-4D52-ACAA-FD9070E4AD27}" presName="spaceRect" presStyleCnt="0"/>
      <dgm:spPr/>
    </dgm:pt>
    <dgm:pt modelId="{35386F07-5C02-47D1-A748-5EBE8B05C752}" type="pres">
      <dgm:prSet presAssocID="{870164D4-4745-4D52-ACAA-FD9070E4AD27}" presName="textRect" presStyleLbl="revTx" presStyleIdx="3" presStyleCnt="6">
        <dgm:presLayoutVars>
          <dgm:chMax val="1"/>
          <dgm:chPref val="1"/>
        </dgm:presLayoutVars>
      </dgm:prSet>
      <dgm:spPr/>
    </dgm:pt>
    <dgm:pt modelId="{F92AE9C7-7246-49AE-AC84-AFE09A03D413}" type="pres">
      <dgm:prSet presAssocID="{C8C60D32-15E9-4AE0-B1FF-21184C2FE380}" presName="sibTrans" presStyleLbl="sibTrans2D1" presStyleIdx="0" presStyleCnt="0"/>
      <dgm:spPr/>
    </dgm:pt>
    <dgm:pt modelId="{88CC6013-C876-4880-8ECF-79E5282F63C1}" type="pres">
      <dgm:prSet presAssocID="{BFAEFD86-E13A-4D17-915F-B1CE7F8F7E06}" presName="compNode" presStyleCnt="0"/>
      <dgm:spPr/>
    </dgm:pt>
    <dgm:pt modelId="{B883702B-2D76-4178-A93B-B4AE7A0AF6E4}" type="pres">
      <dgm:prSet presAssocID="{BFAEFD86-E13A-4D17-915F-B1CE7F8F7E06}" presName="iconBgRect" presStyleLbl="bgShp" presStyleIdx="4" presStyleCnt="6"/>
      <dgm:spPr/>
    </dgm:pt>
    <dgm:pt modelId="{7FC27EE0-3929-4F36-B361-09BCC3065796}" type="pres">
      <dgm:prSet presAssocID="{BFAEFD86-E13A-4D17-915F-B1CE7F8F7E06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D1A11AE-1DE5-48AA-B14E-05344FA8B48A}" type="pres">
      <dgm:prSet presAssocID="{BFAEFD86-E13A-4D17-915F-B1CE7F8F7E06}" presName="spaceRect" presStyleCnt="0"/>
      <dgm:spPr/>
    </dgm:pt>
    <dgm:pt modelId="{DE5E384E-2947-4A1A-86AD-1DF393F25FAE}" type="pres">
      <dgm:prSet presAssocID="{BFAEFD86-E13A-4D17-915F-B1CE7F8F7E06}" presName="textRect" presStyleLbl="revTx" presStyleIdx="4" presStyleCnt="6">
        <dgm:presLayoutVars>
          <dgm:chMax val="1"/>
          <dgm:chPref val="1"/>
        </dgm:presLayoutVars>
      </dgm:prSet>
      <dgm:spPr/>
    </dgm:pt>
    <dgm:pt modelId="{FB5598FE-1BD8-4A23-B4F3-19AF69F737EA}" type="pres">
      <dgm:prSet presAssocID="{0941D68B-A490-4271-B7A3-26B85C000953}" presName="sibTrans" presStyleLbl="sibTrans2D1" presStyleIdx="0" presStyleCnt="0"/>
      <dgm:spPr/>
    </dgm:pt>
    <dgm:pt modelId="{D6D80D25-5386-4BC3-8AF3-8A509CB92EA5}" type="pres">
      <dgm:prSet presAssocID="{337FEA4B-4107-40E6-B186-85523280664F}" presName="compNode" presStyleCnt="0"/>
      <dgm:spPr/>
    </dgm:pt>
    <dgm:pt modelId="{DA8E5416-440E-4DD3-8D4E-0BE608B8BEE4}" type="pres">
      <dgm:prSet presAssocID="{337FEA4B-4107-40E6-B186-85523280664F}" presName="iconBgRect" presStyleLbl="bgShp" presStyleIdx="5" presStyleCnt="6"/>
      <dgm:spPr/>
    </dgm:pt>
    <dgm:pt modelId="{31E7A7C5-65E4-42F2-A83E-94844EA88919}" type="pres">
      <dgm:prSet presAssocID="{337FEA4B-4107-40E6-B186-85523280664F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95A06FA-557D-4D9A-89AC-C8688AD3E116}" type="pres">
      <dgm:prSet presAssocID="{337FEA4B-4107-40E6-B186-85523280664F}" presName="spaceRect" presStyleCnt="0"/>
      <dgm:spPr/>
    </dgm:pt>
    <dgm:pt modelId="{1F74772D-568B-412F-A5CC-55251452B035}" type="pres">
      <dgm:prSet presAssocID="{337FEA4B-4107-40E6-B186-85523280664F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4DD0905-19E6-4738-9B33-8C0F1AE8A5FA}" type="presOf" srcId="{850727E2-DB93-4BDF-9A5C-7222DB573B41}" destId="{F91B4AA9-1870-42DD-8C67-0CC133229EEE}" srcOrd="0" destOrd="0" presId="urn:microsoft.com/office/officeart/2018/2/layout/IconCircleList"/>
    <dgm:cxn modelId="{C41A9A0B-122E-4256-8B14-F7320617F39C}" srcId="{0018CEB5-97B1-4152-A981-536333AC0AEB}" destId="{850727E2-DB93-4BDF-9A5C-7222DB573B41}" srcOrd="2" destOrd="0" parTransId="{0011FE3C-BE5F-410A-AE4B-A028F67FA06A}" sibTransId="{F23908A5-5653-42EC-BE27-75191890CEA9}"/>
    <dgm:cxn modelId="{39C69736-D0D3-487E-BACB-6339E4C67B91}" type="presOf" srcId="{0018CEB5-97B1-4152-A981-536333AC0AEB}" destId="{F7DEC221-97C5-4BDB-9507-9D03086E17BF}" srcOrd="0" destOrd="0" presId="urn:microsoft.com/office/officeart/2018/2/layout/IconCircleList"/>
    <dgm:cxn modelId="{FA255F37-E7A9-461B-B921-DE290529A543}" srcId="{0018CEB5-97B1-4152-A981-536333AC0AEB}" destId="{47C2B8F7-9CE5-42B4-9688-27290281B50F}" srcOrd="1" destOrd="0" parTransId="{C7631C28-D95D-4544-BB20-B567825BD1DB}" sibTransId="{C05126E9-5C96-4DFD-AD5D-4A46E5375434}"/>
    <dgm:cxn modelId="{5324AD5F-C499-4B3D-BA8F-9EFB5B5EDEE4}" type="presOf" srcId="{80FB2F87-C3F1-43A2-8C1F-DF581FE07A11}" destId="{B90C5876-23E2-4D50-B6C2-D9F0E6E2B2AB}" srcOrd="0" destOrd="0" presId="urn:microsoft.com/office/officeart/2018/2/layout/IconCircleList"/>
    <dgm:cxn modelId="{265E9941-E685-49EA-A8C8-4EF634DB9B88}" srcId="{0018CEB5-97B1-4152-A981-536333AC0AEB}" destId="{337FEA4B-4107-40E6-B186-85523280664F}" srcOrd="5" destOrd="0" parTransId="{EA7D1D01-7EEE-4CE9-AE0A-E9DE82F6D538}" sibTransId="{7C1E9173-F696-4462-879E-22A9623D0F5A}"/>
    <dgm:cxn modelId="{54F8206C-E27F-4EDD-87FB-E0D8569AFD5D}" type="presOf" srcId="{337FEA4B-4107-40E6-B186-85523280664F}" destId="{1F74772D-568B-412F-A5CC-55251452B035}" srcOrd="0" destOrd="0" presId="urn:microsoft.com/office/officeart/2018/2/layout/IconCircleList"/>
    <dgm:cxn modelId="{AAEDE876-B5DA-4067-9934-43603F0A10B9}" type="presOf" srcId="{BFAEFD86-E13A-4D17-915F-B1CE7F8F7E06}" destId="{DE5E384E-2947-4A1A-86AD-1DF393F25FAE}" srcOrd="0" destOrd="0" presId="urn:microsoft.com/office/officeart/2018/2/layout/IconCircleList"/>
    <dgm:cxn modelId="{3A287880-B69B-42A3-8175-A15636DB64C7}" type="presOf" srcId="{47C2B8F7-9CE5-42B4-9688-27290281B50F}" destId="{7E740E9B-C4B6-4829-99CF-A01AAD33964E}" srcOrd="0" destOrd="0" presId="urn:microsoft.com/office/officeart/2018/2/layout/IconCircleList"/>
    <dgm:cxn modelId="{307075A9-A1E1-4586-A4F8-6BE605F9A883}" srcId="{0018CEB5-97B1-4152-A981-536333AC0AEB}" destId="{BFAEFD86-E13A-4D17-915F-B1CE7F8F7E06}" srcOrd="4" destOrd="0" parTransId="{B5F3B5F0-79B8-4D63-B1FD-65C4A43FA4C5}" sibTransId="{0941D68B-A490-4271-B7A3-26B85C000953}"/>
    <dgm:cxn modelId="{502B14CD-F9FA-49BF-81B8-014E90D26970}" type="presOf" srcId="{0941D68B-A490-4271-B7A3-26B85C000953}" destId="{FB5598FE-1BD8-4A23-B4F3-19AF69F737EA}" srcOrd="0" destOrd="0" presId="urn:microsoft.com/office/officeart/2018/2/layout/IconCircleList"/>
    <dgm:cxn modelId="{56960BCE-1066-452D-82C7-ABB0E6307AF6}" type="presOf" srcId="{C8C60D32-15E9-4AE0-B1FF-21184C2FE380}" destId="{F92AE9C7-7246-49AE-AC84-AFE09A03D413}" srcOrd="0" destOrd="0" presId="urn:microsoft.com/office/officeart/2018/2/layout/IconCircleList"/>
    <dgm:cxn modelId="{26EAB8CE-16AA-420F-B732-A39CB9328A4F}" type="presOf" srcId="{870164D4-4745-4D52-ACAA-FD9070E4AD27}" destId="{35386F07-5C02-47D1-A748-5EBE8B05C752}" srcOrd="0" destOrd="0" presId="urn:microsoft.com/office/officeart/2018/2/layout/IconCircleList"/>
    <dgm:cxn modelId="{6CD31CDB-CFC8-4EAE-AB63-4509C8DDB85D}" type="presOf" srcId="{F23908A5-5653-42EC-BE27-75191890CEA9}" destId="{6AB3C46A-4AAE-4990-BFCD-B93A4999B3A9}" srcOrd="0" destOrd="0" presId="urn:microsoft.com/office/officeart/2018/2/layout/IconCircleList"/>
    <dgm:cxn modelId="{BA894AE4-D0D6-4930-A062-AB69C5097AEB}" type="presOf" srcId="{C05126E9-5C96-4DFD-AD5D-4A46E5375434}" destId="{24F52827-BB4B-44B6-8021-363DAE463A65}" srcOrd="0" destOrd="0" presId="urn:microsoft.com/office/officeart/2018/2/layout/IconCircleList"/>
    <dgm:cxn modelId="{6524CDF6-D15C-4723-87EA-D060C3CD0265}" type="presOf" srcId="{044D4AB8-ACFF-4E16-8340-A7B4DBAE61A0}" destId="{931C7782-3A0F-4F03-821E-820945D0FFBF}" srcOrd="0" destOrd="0" presId="urn:microsoft.com/office/officeart/2018/2/layout/IconCircleList"/>
    <dgm:cxn modelId="{D54782F7-67A0-4375-B866-23A671196512}" srcId="{0018CEB5-97B1-4152-A981-536333AC0AEB}" destId="{80FB2F87-C3F1-43A2-8C1F-DF581FE07A11}" srcOrd="0" destOrd="0" parTransId="{8BF6F73C-C707-4F53-9332-72EEFCCDD828}" sibTransId="{044D4AB8-ACFF-4E16-8340-A7B4DBAE61A0}"/>
    <dgm:cxn modelId="{407B2DF9-D83D-4B92-A66A-C5F017576FB0}" srcId="{0018CEB5-97B1-4152-A981-536333AC0AEB}" destId="{870164D4-4745-4D52-ACAA-FD9070E4AD27}" srcOrd="3" destOrd="0" parTransId="{E46A7AA4-A002-4AC4-A37A-2485FD7BDA22}" sibTransId="{C8C60D32-15E9-4AE0-B1FF-21184C2FE380}"/>
    <dgm:cxn modelId="{3B90B4B8-E9B9-43A5-AA0D-240A88D7A94E}" type="presParOf" srcId="{F7DEC221-97C5-4BDB-9507-9D03086E17BF}" destId="{C0AAE03F-0C6A-436D-84B2-BE73CB4DE202}" srcOrd="0" destOrd="0" presId="urn:microsoft.com/office/officeart/2018/2/layout/IconCircleList"/>
    <dgm:cxn modelId="{16EE6E28-C347-473B-87F6-C9599167E441}" type="presParOf" srcId="{C0AAE03F-0C6A-436D-84B2-BE73CB4DE202}" destId="{3CC87BAC-C1EB-4E76-BC1E-3FC30868F2BA}" srcOrd="0" destOrd="0" presId="urn:microsoft.com/office/officeart/2018/2/layout/IconCircleList"/>
    <dgm:cxn modelId="{41EFAC77-91E2-427A-BC85-761FCEFF9773}" type="presParOf" srcId="{3CC87BAC-C1EB-4E76-BC1E-3FC30868F2BA}" destId="{FD3D1F61-8D75-4EC2-85A9-797B85EBC106}" srcOrd="0" destOrd="0" presId="urn:microsoft.com/office/officeart/2018/2/layout/IconCircleList"/>
    <dgm:cxn modelId="{D3A2B489-8C90-43DF-8319-40A5B1274520}" type="presParOf" srcId="{3CC87BAC-C1EB-4E76-BC1E-3FC30868F2BA}" destId="{A7900813-60ED-4D3E-92EA-8BE9ABB963CB}" srcOrd="1" destOrd="0" presId="urn:microsoft.com/office/officeart/2018/2/layout/IconCircleList"/>
    <dgm:cxn modelId="{29AABF6E-84CE-4101-8CF2-523403ED3370}" type="presParOf" srcId="{3CC87BAC-C1EB-4E76-BC1E-3FC30868F2BA}" destId="{9E60ECF3-04A7-4619-B0B0-8968BE009E16}" srcOrd="2" destOrd="0" presId="urn:microsoft.com/office/officeart/2018/2/layout/IconCircleList"/>
    <dgm:cxn modelId="{4B2CBCB2-6A4D-41A8-A342-664D9762BB74}" type="presParOf" srcId="{3CC87BAC-C1EB-4E76-BC1E-3FC30868F2BA}" destId="{B90C5876-23E2-4D50-B6C2-D9F0E6E2B2AB}" srcOrd="3" destOrd="0" presId="urn:microsoft.com/office/officeart/2018/2/layout/IconCircleList"/>
    <dgm:cxn modelId="{B57BB614-2657-4F1A-A368-92EB484C913E}" type="presParOf" srcId="{C0AAE03F-0C6A-436D-84B2-BE73CB4DE202}" destId="{931C7782-3A0F-4F03-821E-820945D0FFBF}" srcOrd="1" destOrd="0" presId="urn:microsoft.com/office/officeart/2018/2/layout/IconCircleList"/>
    <dgm:cxn modelId="{047F75B4-EB2E-4792-919A-D1B773A00A14}" type="presParOf" srcId="{C0AAE03F-0C6A-436D-84B2-BE73CB4DE202}" destId="{AC12FA81-F60E-4B8A-8A2D-DBB1973FD3D8}" srcOrd="2" destOrd="0" presId="urn:microsoft.com/office/officeart/2018/2/layout/IconCircleList"/>
    <dgm:cxn modelId="{9B9D85F9-364F-441B-A4A4-C22F9818D14D}" type="presParOf" srcId="{AC12FA81-F60E-4B8A-8A2D-DBB1973FD3D8}" destId="{10687CF7-DF76-4035-B6B5-A2FAEF7C12B5}" srcOrd="0" destOrd="0" presId="urn:microsoft.com/office/officeart/2018/2/layout/IconCircleList"/>
    <dgm:cxn modelId="{409EBBF7-287B-47EE-A542-97362E196058}" type="presParOf" srcId="{AC12FA81-F60E-4B8A-8A2D-DBB1973FD3D8}" destId="{BB73915C-272B-4089-BF67-49FEEB2B2EC8}" srcOrd="1" destOrd="0" presId="urn:microsoft.com/office/officeart/2018/2/layout/IconCircleList"/>
    <dgm:cxn modelId="{54B4F92E-8153-4DBC-8F06-ECF51D5B69EC}" type="presParOf" srcId="{AC12FA81-F60E-4B8A-8A2D-DBB1973FD3D8}" destId="{A44F5BD5-6C8C-490A-97E4-0D351FA5EF28}" srcOrd="2" destOrd="0" presId="urn:microsoft.com/office/officeart/2018/2/layout/IconCircleList"/>
    <dgm:cxn modelId="{2F3DBC06-8099-4A0A-871F-D07BD8785A20}" type="presParOf" srcId="{AC12FA81-F60E-4B8A-8A2D-DBB1973FD3D8}" destId="{7E740E9B-C4B6-4829-99CF-A01AAD33964E}" srcOrd="3" destOrd="0" presId="urn:microsoft.com/office/officeart/2018/2/layout/IconCircleList"/>
    <dgm:cxn modelId="{A6B174A9-81A6-456D-B214-9E33793F6A00}" type="presParOf" srcId="{C0AAE03F-0C6A-436D-84B2-BE73CB4DE202}" destId="{24F52827-BB4B-44B6-8021-363DAE463A65}" srcOrd="3" destOrd="0" presId="urn:microsoft.com/office/officeart/2018/2/layout/IconCircleList"/>
    <dgm:cxn modelId="{806F8CF4-EFED-49CF-B174-D00FD6011FE2}" type="presParOf" srcId="{C0AAE03F-0C6A-436D-84B2-BE73CB4DE202}" destId="{42F9B4C6-9C85-485C-B445-88ABB4C6511E}" srcOrd="4" destOrd="0" presId="urn:microsoft.com/office/officeart/2018/2/layout/IconCircleList"/>
    <dgm:cxn modelId="{6D1B2109-8DB0-4212-B885-5FDBC10F8531}" type="presParOf" srcId="{42F9B4C6-9C85-485C-B445-88ABB4C6511E}" destId="{C660B784-BD1E-4186-9FAF-193395240B03}" srcOrd="0" destOrd="0" presId="urn:microsoft.com/office/officeart/2018/2/layout/IconCircleList"/>
    <dgm:cxn modelId="{D5D9BB11-64A3-4022-A709-C2910DCFFA24}" type="presParOf" srcId="{42F9B4C6-9C85-485C-B445-88ABB4C6511E}" destId="{DAA6F7FA-31D3-4BA7-96B5-52DFC11F5FC5}" srcOrd="1" destOrd="0" presId="urn:microsoft.com/office/officeart/2018/2/layout/IconCircleList"/>
    <dgm:cxn modelId="{B3030CC8-CDDD-4F51-883E-7130240911A5}" type="presParOf" srcId="{42F9B4C6-9C85-485C-B445-88ABB4C6511E}" destId="{4D7955DC-7F9F-430D-950F-66E6127926EF}" srcOrd="2" destOrd="0" presId="urn:microsoft.com/office/officeart/2018/2/layout/IconCircleList"/>
    <dgm:cxn modelId="{9076AB15-CC8A-4BA9-99BF-C3A69F804D62}" type="presParOf" srcId="{42F9B4C6-9C85-485C-B445-88ABB4C6511E}" destId="{F91B4AA9-1870-42DD-8C67-0CC133229EEE}" srcOrd="3" destOrd="0" presId="urn:microsoft.com/office/officeart/2018/2/layout/IconCircleList"/>
    <dgm:cxn modelId="{189E3D55-E6E7-430A-B608-D02B00124D6A}" type="presParOf" srcId="{C0AAE03F-0C6A-436D-84B2-BE73CB4DE202}" destId="{6AB3C46A-4AAE-4990-BFCD-B93A4999B3A9}" srcOrd="5" destOrd="0" presId="urn:microsoft.com/office/officeart/2018/2/layout/IconCircleList"/>
    <dgm:cxn modelId="{DC448E12-B888-441A-9C0C-3D738232D8A0}" type="presParOf" srcId="{C0AAE03F-0C6A-436D-84B2-BE73CB4DE202}" destId="{670CB366-79C8-4BC6-9A28-8F5D752E2F1F}" srcOrd="6" destOrd="0" presId="urn:microsoft.com/office/officeart/2018/2/layout/IconCircleList"/>
    <dgm:cxn modelId="{40000077-14CA-4DF5-AB64-B8BFD878E836}" type="presParOf" srcId="{670CB366-79C8-4BC6-9A28-8F5D752E2F1F}" destId="{616F1E74-E0FD-488A-991E-94254C39D73C}" srcOrd="0" destOrd="0" presId="urn:microsoft.com/office/officeart/2018/2/layout/IconCircleList"/>
    <dgm:cxn modelId="{106C2DA8-0CF4-43CE-A101-E3B1F8F99570}" type="presParOf" srcId="{670CB366-79C8-4BC6-9A28-8F5D752E2F1F}" destId="{9D422AFF-73E9-466B-A36E-8E4329AEAF3F}" srcOrd="1" destOrd="0" presId="urn:microsoft.com/office/officeart/2018/2/layout/IconCircleList"/>
    <dgm:cxn modelId="{D5C1E8DC-7669-460A-AFD4-EF367102C29D}" type="presParOf" srcId="{670CB366-79C8-4BC6-9A28-8F5D752E2F1F}" destId="{788C029B-BAD8-4C78-B440-9D032269BB08}" srcOrd="2" destOrd="0" presId="urn:microsoft.com/office/officeart/2018/2/layout/IconCircleList"/>
    <dgm:cxn modelId="{6D490C98-9330-440A-A3C9-5C9ECE0BD30E}" type="presParOf" srcId="{670CB366-79C8-4BC6-9A28-8F5D752E2F1F}" destId="{35386F07-5C02-47D1-A748-5EBE8B05C752}" srcOrd="3" destOrd="0" presId="urn:microsoft.com/office/officeart/2018/2/layout/IconCircleList"/>
    <dgm:cxn modelId="{D3CB3666-E647-4B77-8B95-9A410643092E}" type="presParOf" srcId="{C0AAE03F-0C6A-436D-84B2-BE73CB4DE202}" destId="{F92AE9C7-7246-49AE-AC84-AFE09A03D413}" srcOrd="7" destOrd="0" presId="urn:microsoft.com/office/officeart/2018/2/layout/IconCircleList"/>
    <dgm:cxn modelId="{69DD3D39-65E9-4154-8660-D8582B1E3D74}" type="presParOf" srcId="{C0AAE03F-0C6A-436D-84B2-BE73CB4DE202}" destId="{88CC6013-C876-4880-8ECF-79E5282F63C1}" srcOrd="8" destOrd="0" presId="urn:microsoft.com/office/officeart/2018/2/layout/IconCircleList"/>
    <dgm:cxn modelId="{894FC71D-E231-46F8-8B26-AA17D83F398B}" type="presParOf" srcId="{88CC6013-C876-4880-8ECF-79E5282F63C1}" destId="{B883702B-2D76-4178-A93B-B4AE7A0AF6E4}" srcOrd="0" destOrd="0" presId="urn:microsoft.com/office/officeart/2018/2/layout/IconCircleList"/>
    <dgm:cxn modelId="{0A5A9639-077F-4F8E-88DA-EEAC6193E1C8}" type="presParOf" srcId="{88CC6013-C876-4880-8ECF-79E5282F63C1}" destId="{7FC27EE0-3929-4F36-B361-09BCC3065796}" srcOrd="1" destOrd="0" presId="urn:microsoft.com/office/officeart/2018/2/layout/IconCircleList"/>
    <dgm:cxn modelId="{819557F0-880B-4007-80DB-9CB0490A3062}" type="presParOf" srcId="{88CC6013-C876-4880-8ECF-79E5282F63C1}" destId="{BD1A11AE-1DE5-48AA-B14E-05344FA8B48A}" srcOrd="2" destOrd="0" presId="urn:microsoft.com/office/officeart/2018/2/layout/IconCircleList"/>
    <dgm:cxn modelId="{5C5193B5-940A-4E93-986F-FB0EF5B5F151}" type="presParOf" srcId="{88CC6013-C876-4880-8ECF-79E5282F63C1}" destId="{DE5E384E-2947-4A1A-86AD-1DF393F25FAE}" srcOrd="3" destOrd="0" presId="urn:microsoft.com/office/officeart/2018/2/layout/IconCircleList"/>
    <dgm:cxn modelId="{EC7F84D6-B496-4AE9-B5AC-EF88DF377D0F}" type="presParOf" srcId="{C0AAE03F-0C6A-436D-84B2-BE73CB4DE202}" destId="{FB5598FE-1BD8-4A23-B4F3-19AF69F737EA}" srcOrd="9" destOrd="0" presId="urn:microsoft.com/office/officeart/2018/2/layout/IconCircleList"/>
    <dgm:cxn modelId="{30540BE4-7557-498E-A00D-063B0477D828}" type="presParOf" srcId="{C0AAE03F-0C6A-436D-84B2-BE73CB4DE202}" destId="{D6D80D25-5386-4BC3-8AF3-8A509CB92EA5}" srcOrd="10" destOrd="0" presId="urn:microsoft.com/office/officeart/2018/2/layout/IconCircleList"/>
    <dgm:cxn modelId="{2C57ECDB-EC7C-490D-B027-1CA579D3D645}" type="presParOf" srcId="{D6D80D25-5386-4BC3-8AF3-8A509CB92EA5}" destId="{DA8E5416-440E-4DD3-8D4E-0BE608B8BEE4}" srcOrd="0" destOrd="0" presId="urn:microsoft.com/office/officeart/2018/2/layout/IconCircleList"/>
    <dgm:cxn modelId="{630CC7F7-2592-4D0A-AA77-0C5335435051}" type="presParOf" srcId="{D6D80D25-5386-4BC3-8AF3-8A509CB92EA5}" destId="{31E7A7C5-65E4-42F2-A83E-94844EA88919}" srcOrd="1" destOrd="0" presId="urn:microsoft.com/office/officeart/2018/2/layout/IconCircleList"/>
    <dgm:cxn modelId="{7F60BA62-9EE9-4598-859B-8B9502F7E453}" type="presParOf" srcId="{D6D80D25-5386-4BC3-8AF3-8A509CB92EA5}" destId="{995A06FA-557D-4D9A-89AC-C8688AD3E116}" srcOrd="2" destOrd="0" presId="urn:microsoft.com/office/officeart/2018/2/layout/IconCircleList"/>
    <dgm:cxn modelId="{62E54735-C9BE-4E6F-BB47-6D103BD3F40F}" type="presParOf" srcId="{D6D80D25-5386-4BC3-8AF3-8A509CB92EA5}" destId="{1F74772D-568B-412F-A5CC-55251452B03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93B48C-1D62-4B54-B0E2-E21F1EC8131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7C1F843-08BC-4DE7-A69C-A304A3BFD8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Collection → Performance stats, market data, social media, injuries</a:t>
          </a:r>
        </a:p>
      </dgm:t>
    </dgm:pt>
    <dgm:pt modelId="{F1F9CBFC-5E2C-479B-975C-922BBAC60AD5}" type="parTrans" cxnId="{51E51FE0-3691-43D3-BAE9-59C3D0A6407F}">
      <dgm:prSet/>
      <dgm:spPr/>
      <dgm:t>
        <a:bodyPr/>
        <a:lstStyle/>
        <a:p>
          <a:endParaRPr lang="en-US"/>
        </a:p>
      </dgm:t>
    </dgm:pt>
    <dgm:pt modelId="{A1DF7A24-199B-4506-ADC7-374960AB0AF5}" type="sibTrans" cxnId="{51E51FE0-3691-43D3-BAE9-59C3D0A6407F}">
      <dgm:prSet/>
      <dgm:spPr/>
      <dgm:t>
        <a:bodyPr/>
        <a:lstStyle/>
        <a:p>
          <a:endParaRPr lang="en-US"/>
        </a:p>
      </dgm:t>
    </dgm:pt>
    <dgm:pt modelId="{AD51259E-480A-4DD4-B414-3BF7F34867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Preprocessing → Cleaning, normalization, feature engineering</a:t>
          </a:r>
        </a:p>
      </dgm:t>
    </dgm:pt>
    <dgm:pt modelId="{9C58426F-7107-499B-B438-94B88DA05D92}" type="parTrans" cxnId="{A3A67E0E-CBD3-4FF2-8D35-547849251C47}">
      <dgm:prSet/>
      <dgm:spPr/>
      <dgm:t>
        <a:bodyPr/>
        <a:lstStyle/>
        <a:p>
          <a:endParaRPr lang="en-US"/>
        </a:p>
      </dgm:t>
    </dgm:pt>
    <dgm:pt modelId="{EEF06B03-7CF7-4BA2-9D67-B8D6C1E8DF8E}" type="sibTrans" cxnId="{A3A67E0E-CBD3-4FF2-8D35-547849251C47}">
      <dgm:prSet/>
      <dgm:spPr/>
      <dgm:t>
        <a:bodyPr/>
        <a:lstStyle/>
        <a:p>
          <a:endParaRPr lang="en-US"/>
        </a:p>
      </dgm:t>
    </dgm:pt>
    <dgm:pt modelId="{C0877C77-970F-476E-B238-A1A1D73F59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Sentiment Analysis → VADER scoring, polarity analysis, classification</a:t>
          </a:r>
        </a:p>
      </dgm:t>
    </dgm:pt>
    <dgm:pt modelId="{34A9E471-E914-4F89-AFF1-BEE1B3F5AA56}" type="parTrans" cxnId="{252A06BA-6598-4B9E-AB4B-C563B85D59C1}">
      <dgm:prSet/>
      <dgm:spPr/>
      <dgm:t>
        <a:bodyPr/>
        <a:lstStyle/>
        <a:p>
          <a:endParaRPr lang="en-US"/>
        </a:p>
      </dgm:t>
    </dgm:pt>
    <dgm:pt modelId="{71DC9A6B-0C99-4580-B4CB-2AB0F1A4063E}" type="sibTrans" cxnId="{252A06BA-6598-4B9E-AB4B-C563B85D59C1}">
      <dgm:prSet/>
      <dgm:spPr/>
      <dgm:t>
        <a:bodyPr/>
        <a:lstStyle/>
        <a:p>
          <a:endParaRPr lang="en-US"/>
        </a:p>
      </dgm:t>
    </dgm:pt>
    <dgm:pt modelId="{D59CBDD5-7AA7-4AF6-B548-BEC725F347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 Training → LSTM, XGBoost, ensemble model development</a:t>
          </a:r>
        </a:p>
      </dgm:t>
    </dgm:pt>
    <dgm:pt modelId="{FE81D368-2B4B-4B06-87DA-F7733BD13F44}" type="parTrans" cxnId="{9AB8393E-1BE6-463D-AF04-7B66E19F5B2C}">
      <dgm:prSet/>
      <dgm:spPr/>
      <dgm:t>
        <a:bodyPr/>
        <a:lstStyle/>
        <a:p>
          <a:endParaRPr lang="en-US"/>
        </a:p>
      </dgm:t>
    </dgm:pt>
    <dgm:pt modelId="{3760BA42-BBA4-47E8-BBD8-D2AF142F0AC3}" type="sibTrans" cxnId="{9AB8393E-1BE6-463D-AF04-7B66E19F5B2C}">
      <dgm:prSet/>
      <dgm:spPr/>
      <dgm:t>
        <a:bodyPr/>
        <a:lstStyle/>
        <a:p>
          <a:endParaRPr lang="en-US"/>
        </a:p>
      </dgm:t>
    </dgm:pt>
    <dgm:pt modelId="{B35DD3A0-4AFE-4E4B-9FFA-8B7C5434B6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Prediction → Multi-model predictions with weighted averaging</a:t>
          </a:r>
        </a:p>
      </dgm:t>
    </dgm:pt>
    <dgm:pt modelId="{D5D3C6D7-BCEB-4572-B25F-7122AC234933}" type="parTrans" cxnId="{6E7EBA02-B9D8-4D9C-913A-429B0F043372}">
      <dgm:prSet/>
      <dgm:spPr/>
      <dgm:t>
        <a:bodyPr/>
        <a:lstStyle/>
        <a:p>
          <a:endParaRPr lang="en-US"/>
        </a:p>
      </dgm:t>
    </dgm:pt>
    <dgm:pt modelId="{ACF057E4-B254-44BC-9699-1533FC17D6F5}" type="sibTrans" cxnId="{6E7EBA02-B9D8-4D9C-913A-429B0F043372}">
      <dgm:prSet/>
      <dgm:spPr/>
      <dgm:t>
        <a:bodyPr/>
        <a:lstStyle/>
        <a:p>
          <a:endParaRPr lang="en-US"/>
        </a:p>
      </dgm:t>
    </dgm:pt>
    <dgm:pt modelId="{811F0056-3130-4167-B84E-F4220AA168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Visualization → Interactive dashboard with real-time insights</a:t>
          </a:r>
        </a:p>
      </dgm:t>
    </dgm:pt>
    <dgm:pt modelId="{7C864589-31EE-4037-8E93-4D1B2E6CB125}" type="parTrans" cxnId="{6C7826E8-443E-446D-B8F8-FA0572853F42}">
      <dgm:prSet/>
      <dgm:spPr/>
      <dgm:t>
        <a:bodyPr/>
        <a:lstStyle/>
        <a:p>
          <a:endParaRPr lang="en-US"/>
        </a:p>
      </dgm:t>
    </dgm:pt>
    <dgm:pt modelId="{B2CDE157-C269-4035-8253-330BD078CD1B}" type="sibTrans" cxnId="{6C7826E8-443E-446D-B8F8-FA0572853F42}">
      <dgm:prSet/>
      <dgm:spPr/>
      <dgm:t>
        <a:bodyPr/>
        <a:lstStyle/>
        <a:p>
          <a:endParaRPr lang="en-US"/>
        </a:p>
      </dgm:t>
    </dgm:pt>
    <dgm:pt modelId="{9567C72C-71A3-49D2-B0B9-95F20F66C3A7}" type="pres">
      <dgm:prSet presAssocID="{9493B48C-1D62-4B54-B0E2-E21F1EC8131A}" presName="root" presStyleCnt="0">
        <dgm:presLayoutVars>
          <dgm:dir/>
          <dgm:resizeHandles val="exact"/>
        </dgm:presLayoutVars>
      </dgm:prSet>
      <dgm:spPr/>
    </dgm:pt>
    <dgm:pt modelId="{1F9699FA-9E12-4622-A099-67FDF43F1BCA}" type="pres">
      <dgm:prSet presAssocID="{07C1F843-08BC-4DE7-A69C-A304A3BFD82D}" presName="compNode" presStyleCnt="0"/>
      <dgm:spPr/>
    </dgm:pt>
    <dgm:pt modelId="{78899E85-0146-4B5B-B5C5-7B349B2285F2}" type="pres">
      <dgm:prSet presAssocID="{07C1F843-08BC-4DE7-A69C-A304A3BFD82D}" presName="bgRect" presStyleLbl="bgShp" presStyleIdx="0" presStyleCnt="6"/>
      <dgm:spPr/>
    </dgm:pt>
    <dgm:pt modelId="{7AE88423-ADB4-44BC-8190-EDC94B4FD9AA}" type="pres">
      <dgm:prSet presAssocID="{07C1F843-08BC-4DE7-A69C-A304A3BFD82D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29E355B-8965-470A-B1F3-6659B4E9B535}" type="pres">
      <dgm:prSet presAssocID="{07C1F843-08BC-4DE7-A69C-A304A3BFD82D}" presName="spaceRect" presStyleCnt="0"/>
      <dgm:spPr/>
    </dgm:pt>
    <dgm:pt modelId="{3488DA3E-3C80-4676-8FCB-0C9F7DF567F0}" type="pres">
      <dgm:prSet presAssocID="{07C1F843-08BC-4DE7-A69C-A304A3BFD82D}" presName="parTx" presStyleLbl="revTx" presStyleIdx="0" presStyleCnt="6">
        <dgm:presLayoutVars>
          <dgm:chMax val="0"/>
          <dgm:chPref val="0"/>
        </dgm:presLayoutVars>
      </dgm:prSet>
      <dgm:spPr/>
    </dgm:pt>
    <dgm:pt modelId="{506168E6-FFC2-4671-88BB-1469B80862D2}" type="pres">
      <dgm:prSet presAssocID="{A1DF7A24-199B-4506-ADC7-374960AB0AF5}" presName="sibTrans" presStyleCnt="0"/>
      <dgm:spPr/>
    </dgm:pt>
    <dgm:pt modelId="{9C07957E-4B75-49CB-88D3-6DD3EDA10E5D}" type="pres">
      <dgm:prSet presAssocID="{AD51259E-480A-4DD4-B414-3BF7F34867E8}" presName="compNode" presStyleCnt="0"/>
      <dgm:spPr/>
    </dgm:pt>
    <dgm:pt modelId="{5A4B5231-E63B-42A2-A949-83E18E1405F2}" type="pres">
      <dgm:prSet presAssocID="{AD51259E-480A-4DD4-B414-3BF7F34867E8}" presName="bgRect" presStyleLbl="bgShp" presStyleIdx="1" presStyleCnt="6"/>
      <dgm:spPr/>
    </dgm:pt>
    <dgm:pt modelId="{5ADF2CE9-4992-4EB0-ACE4-6705D10040D6}" type="pres">
      <dgm:prSet presAssocID="{AD51259E-480A-4DD4-B414-3BF7F34867E8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6C6098B-9452-4163-A84B-9283D2703534}" type="pres">
      <dgm:prSet presAssocID="{AD51259E-480A-4DD4-B414-3BF7F34867E8}" presName="spaceRect" presStyleCnt="0"/>
      <dgm:spPr/>
    </dgm:pt>
    <dgm:pt modelId="{4FFC4335-358E-4CAB-A11D-C82564AD4A21}" type="pres">
      <dgm:prSet presAssocID="{AD51259E-480A-4DD4-B414-3BF7F34867E8}" presName="parTx" presStyleLbl="revTx" presStyleIdx="1" presStyleCnt="6">
        <dgm:presLayoutVars>
          <dgm:chMax val="0"/>
          <dgm:chPref val="0"/>
        </dgm:presLayoutVars>
      </dgm:prSet>
      <dgm:spPr/>
    </dgm:pt>
    <dgm:pt modelId="{6F6F4A56-9C4F-4004-8FE7-9CF70E48E4D9}" type="pres">
      <dgm:prSet presAssocID="{EEF06B03-7CF7-4BA2-9D67-B8D6C1E8DF8E}" presName="sibTrans" presStyleCnt="0"/>
      <dgm:spPr/>
    </dgm:pt>
    <dgm:pt modelId="{D329D5C8-21DA-45C2-B0DF-A11FF4CCB30B}" type="pres">
      <dgm:prSet presAssocID="{C0877C77-970F-476E-B238-A1A1D73F59D7}" presName="compNode" presStyleCnt="0"/>
      <dgm:spPr/>
    </dgm:pt>
    <dgm:pt modelId="{C50B2BCB-4FFF-4E18-BCDD-0208B387870D}" type="pres">
      <dgm:prSet presAssocID="{C0877C77-970F-476E-B238-A1A1D73F59D7}" presName="bgRect" presStyleLbl="bgShp" presStyleIdx="2" presStyleCnt="6"/>
      <dgm:spPr/>
    </dgm:pt>
    <dgm:pt modelId="{B1BF442F-9BD6-493D-BB10-B84D5C346697}" type="pres">
      <dgm:prSet presAssocID="{C0877C77-970F-476E-B238-A1A1D73F59D7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FBD84AF-00FD-45C9-B61A-68FB11957EAB}" type="pres">
      <dgm:prSet presAssocID="{C0877C77-970F-476E-B238-A1A1D73F59D7}" presName="spaceRect" presStyleCnt="0"/>
      <dgm:spPr/>
    </dgm:pt>
    <dgm:pt modelId="{92843DB3-D1ED-4D78-9DEC-F0A9517F7C5F}" type="pres">
      <dgm:prSet presAssocID="{C0877C77-970F-476E-B238-A1A1D73F59D7}" presName="parTx" presStyleLbl="revTx" presStyleIdx="2" presStyleCnt="6">
        <dgm:presLayoutVars>
          <dgm:chMax val="0"/>
          <dgm:chPref val="0"/>
        </dgm:presLayoutVars>
      </dgm:prSet>
      <dgm:spPr/>
    </dgm:pt>
    <dgm:pt modelId="{1E882730-DF91-463D-85A0-079926D21E13}" type="pres">
      <dgm:prSet presAssocID="{71DC9A6B-0C99-4580-B4CB-2AB0F1A4063E}" presName="sibTrans" presStyleCnt="0"/>
      <dgm:spPr/>
    </dgm:pt>
    <dgm:pt modelId="{AAC19F4D-F25C-4907-AF30-72FB8A332EF1}" type="pres">
      <dgm:prSet presAssocID="{D59CBDD5-7AA7-4AF6-B548-BEC725F3475B}" presName="compNode" presStyleCnt="0"/>
      <dgm:spPr/>
    </dgm:pt>
    <dgm:pt modelId="{5101E9B1-296E-4522-B3A2-E2BE23F4DFF0}" type="pres">
      <dgm:prSet presAssocID="{D59CBDD5-7AA7-4AF6-B548-BEC725F3475B}" presName="bgRect" presStyleLbl="bgShp" presStyleIdx="3" presStyleCnt="6"/>
      <dgm:spPr/>
    </dgm:pt>
    <dgm:pt modelId="{6367C3EB-4E91-4FC7-8B9C-EC7CE8B15C34}" type="pres">
      <dgm:prSet presAssocID="{D59CBDD5-7AA7-4AF6-B548-BEC725F3475B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8B3ADF7F-168E-4802-AD5D-0168E82D6494}" type="pres">
      <dgm:prSet presAssocID="{D59CBDD5-7AA7-4AF6-B548-BEC725F3475B}" presName="spaceRect" presStyleCnt="0"/>
      <dgm:spPr/>
    </dgm:pt>
    <dgm:pt modelId="{8265858C-B795-4F34-8600-63A889E193F5}" type="pres">
      <dgm:prSet presAssocID="{D59CBDD5-7AA7-4AF6-B548-BEC725F3475B}" presName="parTx" presStyleLbl="revTx" presStyleIdx="3" presStyleCnt="6">
        <dgm:presLayoutVars>
          <dgm:chMax val="0"/>
          <dgm:chPref val="0"/>
        </dgm:presLayoutVars>
      </dgm:prSet>
      <dgm:spPr/>
    </dgm:pt>
    <dgm:pt modelId="{CDFFB2F8-8709-44EF-BA73-C125BB2B8D3E}" type="pres">
      <dgm:prSet presAssocID="{3760BA42-BBA4-47E8-BBD8-D2AF142F0AC3}" presName="sibTrans" presStyleCnt="0"/>
      <dgm:spPr/>
    </dgm:pt>
    <dgm:pt modelId="{3C95BB8D-A9D0-4253-92BB-90787E035E1A}" type="pres">
      <dgm:prSet presAssocID="{B35DD3A0-4AFE-4E4B-9FFA-8B7C5434B695}" presName="compNode" presStyleCnt="0"/>
      <dgm:spPr/>
    </dgm:pt>
    <dgm:pt modelId="{F36632F9-1E25-4B82-9A56-7CCFB398343F}" type="pres">
      <dgm:prSet presAssocID="{B35DD3A0-4AFE-4E4B-9FFA-8B7C5434B695}" presName="bgRect" presStyleLbl="bgShp" presStyleIdx="4" presStyleCnt="6"/>
      <dgm:spPr/>
    </dgm:pt>
    <dgm:pt modelId="{4D56FF0F-B605-4AD8-A5E2-8741F697902E}" type="pres">
      <dgm:prSet presAssocID="{B35DD3A0-4AFE-4E4B-9FFA-8B7C5434B695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5BD17B1-3511-45F3-84F1-01EA4583D2F2}" type="pres">
      <dgm:prSet presAssocID="{B35DD3A0-4AFE-4E4B-9FFA-8B7C5434B695}" presName="spaceRect" presStyleCnt="0"/>
      <dgm:spPr/>
    </dgm:pt>
    <dgm:pt modelId="{0A976C50-7A90-49FE-B1B1-EBFC492DC9EB}" type="pres">
      <dgm:prSet presAssocID="{B35DD3A0-4AFE-4E4B-9FFA-8B7C5434B695}" presName="parTx" presStyleLbl="revTx" presStyleIdx="4" presStyleCnt="6">
        <dgm:presLayoutVars>
          <dgm:chMax val="0"/>
          <dgm:chPref val="0"/>
        </dgm:presLayoutVars>
      </dgm:prSet>
      <dgm:spPr/>
    </dgm:pt>
    <dgm:pt modelId="{1EB019D6-8858-4C83-93B3-32032D4C1AC8}" type="pres">
      <dgm:prSet presAssocID="{ACF057E4-B254-44BC-9699-1533FC17D6F5}" presName="sibTrans" presStyleCnt="0"/>
      <dgm:spPr/>
    </dgm:pt>
    <dgm:pt modelId="{8032472F-5437-4FFC-9497-E88E9DC459A7}" type="pres">
      <dgm:prSet presAssocID="{811F0056-3130-4167-B84E-F4220AA168F8}" presName="compNode" presStyleCnt="0"/>
      <dgm:spPr/>
    </dgm:pt>
    <dgm:pt modelId="{8C0B2435-582F-4D8E-BA33-DF4DE8B73385}" type="pres">
      <dgm:prSet presAssocID="{811F0056-3130-4167-B84E-F4220AA168F8}" presName="bgRect" presStyleLbl="bgShp" presStyleIdx="5" presStyleCnt="6"/>
      <dgm:spPr/>
    </dgm:pt>
    <dgm:pt modelId="{2F20EB59-89AE-4289-919E-BC588265E005}" type="pres">
      <dgm:prSet presAssocID="{811F0056-3130-4167-B84E-F4220AA168F8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3BAD7437-12FA-4E92-AE17-753FE5CCFFCF}" type="pres">
      <dgm:prSet presAssocID="{811F0056-3130-4167-B84E-F4220AA168F8}" presName="spaceRect" presStyleCnt="0"/>
      <dgm:spPr/>
    </dgm:pt>
    <dgm:pt modelId="{C05832B6-1464-4E2A-8DCF-11415152606E}" type="pres">
      <dgm:prSet presAssocID="{811F0056-3130-4167-B84E-F4220AA168F8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6E7EBA02-B9D8-4D9C-913A-429B0F043372}" srcId="{9493B48C-1D62-4B54-B0E2-E21F1EC8131A}" destId="{B35DD3A0-4AFE-4E4B-9FFA-8B7C5434B695}" srcOrd="4" destOrd="0" parTransId="{D5D3C6D7-BCEB-4572-B25F-7122AC234933}" sibTransId="{ACF057E4-B254-44BC-9699-1533FC17D6F5}"/>
    <dgm:cxn modelId="{A3A67E0E-CBD3-4FF2-8D35-547849251C47}" srcId="{9493B48C-1D62-4B54-B0E2-E21F1EC8131A}" destId="{AD51259E-480A-4DD4-B414-3BF7F34867E8}" srcOrd="1" destOrd="0" parTransId="{9C58426F-7107-499B-B438-94B88DA05D92}" sibTransId="{EEF06B03-7CF7-4BA2-9D67-B8D6C1E8DF8E}"/>
    <dgm:cxn modelId="{474FEE17-1B9E-4AAD-AC58-5DFD7E8D48A3}" type="presOf" srcId="{C0877C77-970F-476E-B238-A1A1D73F59D7}" destId="{92843DB3-D1ED-4D78-9DEC-F0A9517F7C5F}" srcOrd="0" destOrd="0" presId="urn:microsoft.com/office/officeart/2018/2/layout/IconVerticalSolidList"/>
    <dgm:cxn modelId="{F098592A-4885-4BE3-8A89-363E6C23990B}" type="presOf" srcId="{D59CBDD5-7AA7-4AF6-B548-BEC725F3475B}" destId="{8265858C-B795-4F34-8600-63A889E193F5}" srcOrd="0" destOrd="0" presId="urn:microsoft.com/office/officeart/2018/2/layout/IconVerticalSolidList"/>
    <dgm:cxn modelId="{9AB8393E-1BE6-463D-AF04-7B66E19F5B2C}" srcId="{9493B48C-1D62-4B54-B0E2-E21F1EC8131A}" destId="{D59CBDD5-7AA7-4AF6-B548-BEC725F3475B}" srcOrd="3" destOrd="0" parTransId="{FE81D368-2B4B-4B06-87DA-F7733BD13F44}" sibTransId="{3760BA42-BBA4-47E8-BBD8-D2AF142F0AC3}"/>
    <dgm:cxn modelId="{97C06889-03CE-4D0C-8693-7E07C726F9C0}" type="presOf" srcId="{07C1F843-08BC-4DE7-A69C-A304A3BFD82D}" destId="{3488DA3E-3C80-4676-8FCB-0C9F7DF567F0}" srcOrd="0" destOrd="0" presId="urn:microsoft.com/office/officeart/2018/2/layout/IconVerticalSolidList"/>
    <dgm:cxn modelId="{515F8C90-5A20-4E4A-9638-D33D6EA8244B}" type="presOf" srcId="{9493B48C-1D62-4B54-B0E2-E21F1EC8131A}" destId="{9567C72C-71A3-49D2-B0B9-95F20F66C3A7}" srcOrd="0" destOrd="0" presId="urn:microsoft.com/office/officeart/2018/2/layout/IconVerticalSolidList"/>
    <dgm:cxn modelId="{0B0BA295-5711-4E81-A8BC-622CB3E49A13}" type="presOf" srcId="{AD51259E-480A-4DD4-B414-3BF7F34867E8}" destId="{4FFC4335-358E-4CAB-A11D-C82564AD4A21}" srcOrd="0" destOrd="0" presId="urn:microsoft.com/office/officeart/2018/2/layout/IconVerticalSolidList"/>
    <dgm:cxn modelId="{50442FB4-1C9D-4FF8-AFAF-5C72A346A137}" type="presOf" srcId="{811F0056-3130-4167-B84E-F4220AA168F8}" destId="{C05832B6-1464-4E2A-8DCF-11415152606E}" srcOrd="0" destOrd="0" presId="urn:microsoft.com/office/officeart/2018/2/layout/IconVerticalSolidList"/>
    <dgm:cxn modelId="{252A06BA-6598-4B9E-AB4B-C563B85D59C1}" srcId="{9493B48C-1D62-4B54-B0E2-E21F1EC8131A}" destId="{C0877C77-970F-476E-B238-A1A1D73F59D7}" srcOrd="2" destOrd="0" parTransId="{34A9E471-E914-4F89-AFF1-BEE1B3F5AA56}" sibTransId="{71DC9A6B-0C99-4580-B4CB-2AB0F1A4063E}"/>
    <dgm:cxn modelId="{51E51FE0-3691-43D3-BAE9-59C3D0A6407F}" srcId="{9493B48C-1D62-4B54-B0E2-E21F1EC8131A}" destId="{07C1F843-08BC-4DE7-A69C-A304A3BFD82D}" srcOrd="0" destOrd="0" parTransId="{F1F9CBFC-5E2C-479B-975C-922BBAC60AD5}" sibTransId="{A1DF7A24-199B-4506-ADC7-374960AB0AF5}"/>
    <dgm:cxn modelId="{6C7826E8-443E-446D-B8F8-FA0572853F42}" srcId="{9493B48C-1D62-4B54-B0E2-E21F1EC8131A}" destId="{811F0056-3130-4167-B84E-F4220AA168F8}" srcOrd="5" destOrd="0" parTransId="{7C864589-31EE-4037-8E93-4D1B2E6CB125}" sibTransId="{B2CDE157-C269-4035-8253-330BD078CD1B}"/>
    <dgm:cxn modelId="{656C7CF3-23BE-4898-9476-DA577F64F70F}" type="presOf" srcId="{B35DD3A0-4AFE-4E4B-9FFA-8B7C5434B695}" destId="{0A976C50-7A90-49FE-B1B1-EBFC492DC9EB}" srcOrd="0" destOrd="0" presId="urn:microsoft.com/office/officeart/2018/2/layout/IconVerticalSolidList"/>
    <dgm:cxn modelId="{39729DFE-7508-4B1F-9B5F-9A502B75477C}" type="presParOf" srcId="{9567C72C-71A3-49D2-B0B9-95F20F66C3A7}" destId="{1F9699FA-9E12-4622-A099-67FDF43F1BCA}" srcOrd="0" destOrd="0" presId="urn:microsoft.com/office/officeart/2018/2/layout/IconVerticalSolidList"/>
    <dgm:cxn modelId="{5EC0D950-29BC-412B-A09A-C5E22CC0B726}" type="presParOf" srcId="{1F9699FA-9E12-4622-A099-67FDF43F1BCA}" destId="{78899E85-0146-4B5B-B5C5-7B349B2285F2}" srcOrd="0" destOrd="0" presId="urn:microsoft.com/office/officeart/2018/2/layout/IconVerticalSolidList"/>
    <dgm:cxn modelId="{946C9D5B-06A8-4DBD-BD24-1917C20B179B}" type="presParOf" srcId="{1F9699FA-9E12-4622-A099-67FDF43F1BCA}" destId="{7AE88423-ADB4-44BC-8190-EDC94B4FD9AA}" srcOrd="1" destOrd="0" presId="urn:microsoft.com/office/officeart/2018/2/layout/IconVerticalSolidList"/>
    <dgm:cxn modelId="{821B07EB-3A51-4597-93BB-AFE51D33B36A}" type="presParOf" srcId="{1F9699FA-9E12-4622-A099-67FDF43F1BCA}" destId="{929E355B-8965-470A-B1F3-6659B4E9B535}" srcOrd="2" destOrd="0" presId="urn:microsoft.com/office/officeart/2018/2/layout/IconVerticalSolidList"/>
    <dgm:cxn modelId="{134A6610-5730-4A76-8491-93C1549B51D0}" type="presParOf" srcId="{1F9699FA-9E12-4622-A099-67FDF43F1BCA}" destId="{3488DA3E-3C80-4676-8FCB-0C9F7DF567F0}" srcOrd="3" destOrd="0" presId="urn:microsoft.com/office/officeart/2018/2/layout/IconVerticalSolidList"/>
    <dgm:cxn modelId="{133CBEB3-0EB5-442F-BA32-49D4153B1933}" type="presParOf" srcId="{9567C72C-71A3-49D2-B0B9-95F20F66C3A7}" destId="{506168E6-FFC2-4671-88BB-1469B80862D2}" srcOrd="1" destOrd="0" presId="urn:microsoft.com/office/officeart/2018/2/layout/IconVerticalSolidList"/>
    <dgm:cxn modelId="{17FC96E4-372F-419D-BB2A-0421AE1B59C7}" type="presParOf" srcId="{9567C72C-71A3-49D2-B0B9-95F20F66C3A7}" destId="{9C07957E-4B75-49CB-88D3-6DD3EDA10E5D}" srcOrd="2" destOrd="0" presId="urn:microsoft.com/office/officeart/2018/2/layout/IconVerticalSolidList"/>
    <dgm:cxn modelId="{A8F0690D-64E8-446C-8698-381503595ECD}" type="presParOf" srcId="{9C07957E-4B75-49CB-88D3-6DD3EDA10E5D}" destId="{5A4B5231-E63B-42A2-A949-83E18E1405F2}" srcOrd="0" destOrd="0" presId="urn:microsoft.com/office/officeart/2018/2/layout/IconVerticalSolidList"/>
    <dgm:cxn modelId="{33D87527-3651-4404-860F-2DE561D6BCDB}" type="presParOf" srcId="{9C07957E-4B75-49CB-88D3-6DD3EDA10E5D}" destId="{5ADF2CE9-4992-4EB0-ACE4-6705D10040D6}" srcOrd="1" destOrd="0" presId="urn:microsoft.com/office/officeart/2018/2/layout/IconVerticalSolidList"/>
    <dgm:cxn modelId="{C62D131D-DE5D-42FC-B206-E95831402BE9}" type="presParOf" srcId="{9C07957E-4B75-49CB-88D3-6DD3EDA10E5D}" destId="{46C6098B-9452-4163-A84B-9283D2703534}" srcOrd="2" destOrd="0" presId="urn:microsoft.com/office/officeart/2018/2/layout/IconVerticalSolidList"/>
    <dgm:cxn modelId="{5B4A0980-3979-438D-B4E5-4F910C33DD8D}" type="presParOf" srcId="{9C07957E-4B75-49CB-88D3-6DD3EDA10E5D}" destId="{4FFC4335-358E-4CAB-A11D-C82564AD4A21}" srcOrd="3" destOrd="0" presId="urn:microsoft.com/office/officeart/2018/2/layout/IconVerticalSolidList"/>
    <dgm:cxn modelId="{C6253A19-6432-4A96-8CF8-5E26706CB832}" type="presParOf" srcId="{9567C72C-71A3-49D2-B0B9-95F20F66C3A7}" destId="{6F6F4A56-9C4F-4004-8FE7-9CF70E48E4D9}" srcOrd="3" destOrd="0" presId="urn:microsoft.com/office/officeart/2018/2/layout/IconVerticalSolidList"/>
    <dgm:cxn modelId="{965E5E99-612E-4462-B9F2-FE47FA555B10}" type="presParOf" srcId="{9567C72C-71A3-49D2-B0B9-95F20F66C3A7}" destId="{D329D5C8-21DA-45C2-B0DF-A11FF4CCB30B}" srcOrd="4" destOrd="0" presId="urn:microsoft.com/office/officeart/2018/2/layout/IconVerticalSolidList"/>
    <dgm:cxn modelId="{0CB649AA-488C-4F66-B2CF-4CC109B22279}" type="presParOf" srcId="{D329D5C8-21DA-45C2-B0DF-A11FF4CCB30B}" destId="{C50B2BCB-4FFF-4E18-BCDD-0208B387870D}" srcOrd="0" destOrd="0" presId="urn:microsoft.com/office/officeart/2018/2/layout/IconVerticalSolidList"/>
    <dgm:cxn modelId="{DFDF581F-1847-4010-8619-0A9295FA2880}" type="presParOf" srcId="{D329D5C8-21DA-45C2-B0DF-A11FF4CCB30B}" destId="{B1BF442F-9BD6-493D-BB10-B84D5C346697}" srcOrd="1" destOrd="0" presId="urn:microsoft.com/office/officeart/2018/2/layout/IconVerticalSolidList"/>
    <dgm:cxn modelId="{89223BE9-C45B-4735-9D60-45D7A729B61E}" type="presParOf" srcId="{D329D5C8-21DA-45C2-B0DF-A11FF4CCB30B}" destId="{CFBD84AF-00FD-45C9-B61A-68FB11957EAB}" srcOrd="2" destOrd="0" presId="urn:microsoft.com/office/officeart/2018/2/layout/IconVerticalSolidList"/>
    <dgm:cxn modelId="{701AA4C7-3E71-4532-A998-52FAC3543EDD}" type="presParOf" srcId="{D329D5C8-21DA-45C2-B0DF-A11FF4CCB30B}" destId="{92843DB3-D1ED-4D78-9DEC-F0A9517F7C5F}" srcOrd="3" destOrd="0" presId="urn:microsoft.com/office/officeart/2018/2/layout/IconVerticalSolidList"/>
    <dgm:cxn modelId="{F50DB340-A8B6-4E4C-B13A-2A8A0856A3BE}" type="presParOf" srcId="{9567C72C-71A3-49D2-B0B9-95F20F66C3A7}" destId="{1E882730-DF91-463D-85A0-079926D21E13}" srcOrd="5" destOrd="0" presId="urn:microsoft.com/office/officeart/2018/2/layout/IconVerticalSolidList"/>
    <dgm:cxn modelId="{3EE02ED2-C67C-4823-9C07-B68F3379AE6F}" type="presParOf" srcId="{9567C72C-71A3-49D2-B0B9-95F20F66C3A7}" destId="{AAC19F4D-F25C-4907-AF30-72FB8A332EF1}" srcOrd="6" destOrd="0" presId="urn:microsoft.com/office/officeart/2018/2/layout/IconVerticalSolidList"/>
    <dgm:cxn modelId="{20155339-4147-4F38-BB1A-01A164A55F33}" type="presParOf" srcId="{AAC19F4D-F25C-4907-AF30-72FB8A332EF1}" destId="{5101E9B1-296E-4522-B3A2-E2BE23F4DFF0}" srcOrd="0" destOrd="0" presId="urn:microsoft.com/office/officeart/2018/2/layout/IconVerticalSolidList"/>
    <dgm:cxn modelId="{6B3DA725-F773-404B-B7B9-78242728CAF9}" type="presParOf" srcId="{AAC19F4D-F25C-4907-AF30-72FB8A332EF1}" destId="{6367C3EB-4E91-4FC7-8B9C-EC7CE8B15C34}" srcOrd="1" destOrd="0" presId="urn:microsoft.com/office/officeart/2018/2/layout/IconVerticalSolidList"/>
    <dgm:cxn modelId="{9FD76B98-92C6-4549-919A-E111CB9C0856}" type="presParOf" srcId="{AAC19F4D-F25C-4907-AF30-72FB8A332EF1}" destId="{8B3ADF7F-168E-4802-AD5D-0168E82D6494}" srcOrd="2" destOrd="0" presId="urn:microsoft.com/office/officeart/2018/2/layout/IconVerticalSolidList"/>
    <dgm:cxn modelId="{54EE1EFD-1C08-4D7B-8600-E191A7596A0F}" type="presParOf" srcId="{AAC19F4D-F25C-4907-AF30-72FB8A332EF1}" destId="{8265858C-B795-4F34-8600-63A889E193F5}" srcOrd="3" destOrd="0" presId="urn:microsoft.com/office/officeart/2018/2/layout/IconVerticalSolidList"/>
    <dgm:cxn modelId="{7BEDD825-129E-447E-AFB5-BFDA0B769288}" type="presParOf" srcId="{9567C72C-71A3-49D2-B0B9-95F20F66C3A7}" destId="{CDFFB2F8-8709-44EF-BA73-C125BB2B8D3E}" srcOrd="7" destOrd="0" presId="urn:microsoft.com/office/officeart/2018/2/layout/IconVerticalSolidList"/>
    <dgm:cxn modelId="{246CA984-0F08-4B8C-986C-748A8513DCF8}" type="presParOf" srcId="{9567C72C-71A3-49D2-B0B9-95F20F66C3A7}" destId="{3C95BB8D-A9D0-4253-92BB-90787E035E1A}" srcOrd="8" destOrd="0" presId="urn:microsoft.com/office/officeart/2018/2/layout/IconVerticalSolidList"/>
    <dgm:cxn modelId="{80193A3B-851F-4A32-9FB9-83A526816738}" type="presParOf" srcId="{3C95BB8D-A9D0-4253-92BB-90787E035E1A}" destId="{F36632F9-1E25-4B82-9A56-7CCFB398343F}" srcOrd="0" destOrd="0" presId="urn:microsoft.com/office/officeart/2018/2/layout/IconVerticalSolidList"/>
    <dgm:cxn modelId="{E3DC5BE8-671C-4BC7-A193-CEAAFF736166}" type="presParOf" srcId="{3C95BB8D-A9D0-4253-92BB-90787E035E1A}" destId="{4D56FF0F-B605-4AD8-A5E2-8741F697902E}" srcOrd="1" destOrd="0" presId="urn:microsoft.com/office/officeart/2018/2/layout/IconVerticalSolidList"/>
    <dgm:cxn modelId="{92417D57-3BFA-4144-A6FD-B129F6CF8945}" type="presParOf" srcId="{3C95BB8D-A9D0-4253-92BB-90787E035E1A}" destId="{85BD17B1-3511-45F3-84F1-01EA4583D2F2}" srcOrd="2" destOrd="0" presId="urn:microsoft.com/office/officeart/2018/2/layout/IconVerticalSolidList"/>
    <dgm:cxn modelId="{0F9DA831-A269-4635-BB52-5E2BEF8FECD6}" type="presParOf" srcId="{3C95BB8D-A9D0-4253-92BB-90787E035E1A}" destId="{0A976C50-7A90-49FE-B1B1-EBFC492DC9EB}" srcOrd="3" destOrd="0" presId="urn:microsoft.com/office/officeart/2018/2/layout/IconVerticalSolidList"/>
    <dgm:cxn modelId="{F5F1A62B-4308-488B-8C1A-128955D7FFB1}" type="presParOf" srcId="{9567C72C-71A3-49D2-B0B9-95F20F66C3A7}" destId="{1EB019D6-8858-4C83-93B3-32032D4C1AC8}" srcOrd="9" destOrd="0" presId="urn:microsoft.com/office/officeart/2018/2/layout/IconVerticalSolidList"/>
    <dgm:cxn modelId="{42D12B05-C476-475F-8067-1A4E4824F544}" type="presParOf" srcId="{9567C72C-71A3-49D2-B0B9-95F20F66C3A7}" destId="{8032472F-5437-4FFC-9497-E88E9DC459A7}" srcOrd="10" destOrd="0" presId="urn:microsoft.com/office/officeart/2018/2/layout/IconVerticalSolidList"/>
    <dgm:cxn modelId="{EA989856-1224-4125-BA6D-05851DF0C19A}" type="presParOf" srcId="{8032472F-5437-4FFC-9497-E88E9DC459A7}" destId="{8C0B2435-582F-4D8E-BA33-DF4DE8B73385}" srcOrd="0" destOrd="0" presId="urn:microsoft.com/office/officeart/2018/2/layout/IconVerticalSolidList"/>
    <dgm:cxn modelId="{09A45031-2A8D-4CBC-93E5-199FC2A90FAF}" type="presParOf" srcId="{8032472F-5437-4FFC-9497-E88E9DC459A7}" destId="{2F20EB59-89AE-4289-919E-BC588265E005}" srcOrd="1" destOrd="0" presId="urn:microsoft.com/office/officeart/2018/2/layout/IconVerticalSolidList"/>
    <dgm:cxn modelId="{C920E203-4C15-4D75-99DA-C7557F6AA8DC}" type="presParOf" srcId="{8032472F-5437-4FFC-9497-E88E9DC459A7}" destId="{3BAD7437-12FA-4E92-AE17-753FE5CCFFCF}" srcOrd="2" destOrd="0" presId="urn:microsoft.com/office/officeart/2018/2/layout/IconVerticalSolidList"/>
    <dgm:cxn modelId="{C2808CE5-248F-4897-8DC9-2AD57573B292}" type="presParOf" srcId="{8032472F-5437-4FFC-9497-E88E9DC459A7}" destId="{C05832B6-1464-4E2A-8DCF-11415152606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2717AF6-BC40-4A30-98E2-85AB3E259F06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56373EA-C634-4A40-9A69-5F20D249EE56}">
      <dgm:prSet/>
      <dgm:spPr/>
      <dgm:t>
        <a:bodyPr/>
        <a:lstStyle/>
        <a:p>
          <a:r>
            <a:rPr lang="en-US"/>
            <a:t>Technical Feasibility:</a:t>
          </a:r>
        </a:p>
      </dgm:t>
    </dgm:pt>
    <dgm:pt modelId="{17D01EE3-A5BC-4A2C-99D9-01D552315563}" type="parTrans" cxnId="{02B9E10B-9070-4F0A-82B6-B87C05A75E91}">
      <dgm:prSet/>
      <dgm:spPr/>
      <dgm:t>
        <a:bodyPr/>
        <a:lstStyle/>
        <a:p>
          <a:endParaRPr lang="en-US"/>
        </a:p>
      </dgm:t>
    </dgm:pt>
    <dgm:pt modelId="{6E96EA36-2840-4111-A8DC-1248B42D3EC5}" type="sibTrans" cxnId="{02B9E10B-9070-4F0A-82B6-B87C05A75E91}">
      <dgm:prSet/>
      <dgm:spPr/>
      <dgm:t>
        <a:bodyPr/>
        <a:lstStyle/>
        <a:p>
          <a:endParaRPr lang="en-US"/>
        </a:p>
      </dgm:t>
    </dgm:pt>
    <dgm:pt modelId="{3580596B-5721-4B62-87A1-6B6E18E1ACF3}">
      <dgm:prSet/>
      <dgm:spPr/>
      <dgm:t>
        <a:bodyPr/>
        <a:lstStyle/>
        <a:p>
          <a:r>
            <a:rPr lang="en-US"/>
            <a:t>• Open-source libraries available</a:t>
          </a:r>
        </a:p>
      </dgm:t>
    </dgm:pt>
    <dgm:pt modelId="{008A1C0F-8B9D-4378-ACDD-39346CDA8E56}" type="parTrans" cxnId="{C158B338-8C99-4A19-9A2C-78ACAFC33C03}">
      <dgm:prSet/>
      <dgm:spPr/>
      <dgm:t>
        <a:bodyPr/>
        <a:lstStyle/>
        <a:p>
          <a:endParaRPr lang="en-US"/>
        </a:p>
      </dgm:t>
    </dgm:pt>
    <dgm:pt modelId="{F8597B18-8681-4985-9F49-72BDE0EE826D}" type="sibTrans" cxnId="{C158B338-8C99-4A19-9A2C-78ACAFC33C03}">
      <dgm:prSet/>
      <dgm:spPr/>
      <dgm:t>
        <a:bodyPr/>
        <a:lstStyle/>
        <a:p>
          <a:endParaRPr lang="en-US"/>
        </a:p>
      </dgm:t>
    </dgm:pt>
    <dgm:pt modelId="{2269EE96-DEEC-44A7-AA4E-E35C5ADC79E1}">
      <dgm:prSet/>
      <dgm:spPr/>
      <dgm:t>
        <a:bodyPr/>
        <a:lstStyle/>
        <a:p>
          <a:r>
            <a:rPr lang="en-US"/>
            <a:t>• Proven ML algorithms (LSTM, XGBoost)</a:t>
          </a:r>
        </a:p>
      </dgm:t>
    </dgm:pt>
    <dgm:pt modelId="{26DB602A-7B3B-4AE6-98CD-AB38FEA4D8FA}" type="parTrans" cxnId="{764FF9E3-0F12-4127-9C97-453E589CA6E7}">
      <dgm:prSet/>
      <dgm:spPr/>
      <dgm:t>
        <a:bodyPr/>
        <a:lstStyle/>
        <a:p>
          <a:endParaRPr lang="en-US"/>
        </a:p>
      </dgm:t>
    </dgm:pt>
    <dgm:pt modelId="{2303F0F9-7ECE-4F82-AAD8-748340C863D0}" type="sibTrans" cxnId="{764FF9E3-0F12-4127-9C97-453E589CA6E7}">
      <dgm:prSet/>
      <dgm:spPr/>
      <dgm:t>
        <a:bodyPr/>
        <a:lstStyle/>
        <a:p>
          <a:endParaRPr lang="en-US"/>
        </a:p>
      </dgm:t>
    </dgm:pt>
    <dgm:pt modelId="{10E931ED-ACD7-4C82-90A5-D80B7C6B8F2A}">
      <dgm:prSet/>
      <dgm:spPr/>
      <dgm:t>
        <a:bodyPr/>
        <a:lstStyle/>
        <a:p>
          <a:r>
            <a:rPr lang="en-US"/>
            <a:t>• Accessible data sources</a:t>
          </a:r>
        </a:p>
      </dgm:t>
    </dgm:pt>
    <dgm:pt modelId="{D6DAB4D1-9A61-4DD1-82F8-B9588607D0CB}" type="parTrans" cxnId="{F869F364-59B0-48B7-B4E9-E59C70A4807F}">
      <dgm:prSet/>
      <dgm:spPr/>
      <dgm:t>
        <a:bodyPr/>
        <a:lstStyle/>
        <a:p>
          <a:endParaRPr lang="en-US"/>
        </a:p>
      </dgm:t>
    </dgm:pt>
    <dgm:pt modelId="{7DF3C72F-D71D-4322-B87D-FDB6867CAADB}" type="sibTrans" cxnId="{F869F364-59B0-48B7-B4E9-E59C70A4807F}">
      <dgm:prSet/>
      <dgm:spPr/>
      <dgm:t>
        <a:bodyPr/>
        <a:lstStyle/>
        <a:p>
          <a:endParaRPr lang="en-US"/>
        </a:p>
      </dgm:t>
    </dgm:pt>
    <dgm:pt modelId="{62F1199A-AAE0-4B5B-AB8E-9AD8C439EAC2}">
      <dgm:prSet/>
      <dgm:spPr/>
      <dgm:t>
        <a:bodyPr/>
        <a:lstStyle/>
        <a:p>
          <a:r>
            <a:rPr lang="en-US"/>
            <a:t>• Scalable cloud deployment</a:t>
          </a:r>
        </a:p>
      </dgm:t>
    </dgm:pt>
    <dgm:pt modelId="{00D718A2-C669-4942-93FA-7FD33AA2D02A}" type="parTrans" cxnId="{05FD181B-88E9-4DA0-8777-A8A9667FEED9}">
      <dgm:prSet/>
      <dgm:spPr/>
      <dgm:t>
        <a:bodyPr/>
        <a:lstStyle/>
        <a:p>
          <a:endParaRPr lang="en-US"/>
        </a:p>
      </dgm:t>
    </dgm:pt>
    <dgm:pt modelId="{323A3312-8420-4EBB-9F2E-D91E0A1342E9}" type="sibTrans" cxnId="{05FD181B-88E9-4DA0-8777-A8A9667FEED9}">
      <dgm:prSet/>
      <dgm:spPr/>
      <dgm:t>
        <a:bodyPr/>
        <a:lstStyle/>
        <a:p>
          <a:endParaRPr lang="en-US"/>
        </a:p>
      </dgm:t>
    </dgm:pt>
    <dgm:pt modelId="{1AF159CE-21C5-4418-8DA6-A48895502306}">
      <dgm:prSet/>
      <dgm:spPr/>
      <dgm:t>
        <a:bodyPr/>
        <a:lstStyle/>
        <a:p>
          <a:r>
            <a:rPr lang="en-US"/>
            <a:t>Data Availability:</a:t>
          </a:r>
        </a:p>
      </dgm:t>
    </dgm:pt>
    <dgm:pt modelId="{242A985C-AD3E-49A9-BFEE-8DDD60E436BD}" type="parTrans" cxnId="{C2934A6C-68AF-4FF9-9939-636DA0EDA5B9}">
      <dgm:prSet/>
      <dgm:spPr/>
      <dgm:t>
        <a:bodyPr/>
        <a:lstStyle/>
        <a:p>
          <a:endParaRPr lang="en-US"/>
        </a:p>
      </dgm:t>
    </dgm:pt>
    <dgm:pt modelId="{020CA792-22F6-4022-A79A-A584A2F4D1AC}" type="sibTrans" cxnId="{C2934A6C-68AF-4FF9-9939-636DA0EDA5B9}">
      <dgm:prSet/>
      <dgm:spPr/>
      <dgm:t>
        <a:bodyPr/>
        <a:lstStyle/>
        <a:p>
          <a:endParaRPr lang="en-US"/>
        </a:p>
      </dgm:t>
    </dgm:pt>
    <dgm:pt modelId="{A3A6F392-F0B2-423E-9A85-4A29704816F4}">
      <dgm:prSet/>
      <dgm:spPr/>
      <dgm:t>
        <a:bodyPr/>
        <a:lstStyle/>
        <a:p>
          <a:r>
            <a:rPr lang="en-US"/>
            <a:t>• StatsBomb Open Data</a:t>
          </a:r>
        </a:p>
      </dgm:t>
    </dgm:pt>
    <dgm:pt modelId="{3E94B994-C98B-40A4-A114-8B56FC400EF9}" type="parTrans" cxnId="{22C98D37-D95F-4867-9527-56B2AC4A35FC}">
      <dgm:prSet/>
      <dgm:spPr/>
      <dgm:t>
        <a:bodyPr/>
        <a:lstStyle/>
        <a:p>
          <a:endParaRPr lang="en-US"/>
        </a:p>
      </dgm:t>
    </dgm:pt>
    <dgm:pt modelId="{7A03E1EB-9632-47B4-8C98-4F31A4A598F0}" type="sibTrans" cxnId="{22C98D37-D95F-4867-9527-56B2AC4A35FC}">
      <dgm:prSet/>
      <dgm:spPr/>
      <dgm:t>
        <a:bodyPr/>
        <a:lstStyle/>
        <a:p>
          <a:endParaRPr lang="en-US"/>
        </a:p>
      </dgm:t>
    </dgm:pt>
    <dgm:pt modelId="{E06D9D69-EE11-4D49-BA6D-DFDB4E1BAC31}">
      <dgm:prSet/>
      <dgm:spPr/>
      <dgm:t>
        <a:bodyPr/>
        <a:lstStyle/>
        <a:p>
          <a:r>
            <a:rPr lang="en-US"/>
            <a:t>• Public transfer market records</a:t>
          </a:r>
        </a:p>
      </dgm:t>
    </dgm:pt>
    <dgm:pt modelId="{106AD6EA-967B-4662-B5AC-923E7EA8D415}" type="parTrans" cxnId="{32B93582-0BCA-447E-9A43-0C4A04FE4E71}">
      <dgm:prSet/>
      <dgm:spPr/>
      <dgm:t>
        <a:bodyPr/>
        <a:lstStyle/>
        <a:p>
          <a:endParaRPr lang="en-US"/>
        </a:p>
      </dgm:t>
    </dgm:pt>
    <dgm:pt modelId="{585EF504-D4E7-4A25-B581-7AAD9EAC88D9}" type="sibTrans" cxnId="{32B93582-0BCA-447E-9A43-0C4A04FE4E71}">
      <dgm:prSet/>
      <dgm:spPr/>
      <dgm:t>
        <a:bodyPr/>
        <a:lstStyle/>
        <a:p>
          <a:endParaRPr lang="en-US"/>
        </a:p>
      </dgm:t>
    </dgm:pt>
    <dgm:pt modelId="{DE6548F9-C239-4F12-AFE5-4C34BE708F7E}">
      <dgm:prSet/>
      <dgm:spPr/>
      <dgm:t>
        <a:bodyPr/>
        <a:lstStyle/>
        <a:p>
          <a:r>
            <a:rPr lang="en-US"/>
            <a:t>• Social media APIs</a:t>
          </a:r>
        </a:p>
      </dgm:t>
    </dgm:pt>
    <dgm:pt modelId="{DEB09E5B-1AE4-4203-A85F-15867AEDEE6A}" type="parTrans" cxnId="{75003F36-E44F-4A5B-A615-BCB1BC6515CA}">
      <dgm:prSet/>
      <dgm:spPr/>
      <dgm:t>
        <a:bodyPr/>
        <a:lstStyle/>
        <a:p>
          <a:endParaRPr lang="en-US"/>
        </a:p>
      </dgm:t>
    </dgm:pt>
    <dgm:pt modelId="{D59FBC46-257D-442F-B982-0B4638571176}" type="sibTrans" cxnId="{75003F36-E44F-4A5B-A615-BCB1BC6515CA}">
      <dgm:prSet/>
      <dgm:spPr/>
      <dgm:t>
        <a:bodyPr/>
        <a:lstStyle/>
        <a:p>
          <a:endParaRPr lang="en-US"/>
        </a:p>
      </dgm:t>
    </dgm:pt>
    <dgm:pt modelId="{608B07EE-02B2-4BD7-B34E-9C009C2DB2EC}" type="pres">
      <dgm:prSet presAssocID="{C2717AF6-BC40-4A30-98E2-85AB3E259F06}" presName="Name0" presStyleCnt="0">
        <dgm:presLayoutVars>
          <dgm:dir/>
          <dgm:resizeHandles val="exact"/>
        </dgm:presLayoutVars>
      </dgm:prSet>
      <dgm:spPr/>
    </dgm:pt>
    <dgm:pt modelId="{74DCEF19-61EA-4942-9CFC-8061C15C6D44}" type="pres">
      <dgm:prSet presAssocID="{D56373EA-C634-4A40-9A69-5F20D249EE56}" presName="node" presStyleLbl="node1" presStyleIdx="0" presStyleCnt="9">
        <dgm:presLayoutVars>
          <dgm:bulletEnabled val="1"/>
        </dgm:presLayoutVars>
      </dgm:prSet>
      <dgm:spPr/>
    </dgm:pt>
    <dgm:pt modelId="{15B3AA28-AAA8-4251-8B55-C116DF79145E}" type="pres">
      <dgm:prSet presAssocID="{6E96EA36-2840-4111-A8DC-1248B42D3EC5}" presName="sibTrans" presStyleLbl="sibTrans1D1" presStyleIdx="0" presStyleCnt="8"/>
      <dgm:spPr/>
    </dgm:pt>
    <dgm:pt modelId="{41FABD53-8EC1-4014-B2B7-685A4A2E26F0}" type="pres">
      <dgm:prSet presAssocID="{6E96EA36-2840-4111-A8DC-1248B42D3EC5}" presName="connectorText" presStyleLbl="sibTrans1D1" presStyleIdx="0" presStyleCnt="8"/>
      <dgm:spPr/>
    </dgm:pt>
    <dgm:pt modelId="{E0FC37E0-63A8-4DC3-8528-C5A99146CFF5}" type="pres">
      <dgm:prSet presAssocID="{3580596B-5721-4B62-87A1-6B6E18E1ACF3}" presName="node" presStyleLbl="node1" presStyleIdx="1" presStyleCnt="9">
        <dgm:presLayoutVars>
          <dgm:bulletEnabled val="1"/>
        </dgm:presLayoutVars>
      </dgm:prSet>
      <dgm:spPr/>
    </dgm:pt>
    <dgm:pt modelId="{001AE8F9-DF55-465F-B8E0-440AE0B0D4E0}" type="pres">
      <dgm:prSet presAssocID="{F8597B18-8681-4985-9F49-72BDE0EE826D}" presName="sibTrans" presStyleLbl="sibTrans1D1" presStyleIdx="1" presStyleCnt="8"/>
      <dgm:spPr/>
    </dgm:pt>
    <dgm:pt modelId="{7DEE56AF-DD10-4AC3-AB6F-DAC6E39653A5}" type="pres">
      <dgm:prSet presAssocID="{F8597B18-8681-4985-9F49-72BDE0EE826D}" presName="connectorText" presStyleLbl="sibTrans1D1" presStyleIdx="1" presStyleCnt="8"/>
      <dgm:spPr/>
    </dgm:pt>
    <dgm:pt modelId="{0580D38C-CA1B-4902-B92C-C84C68BE238A}" type="pres">
      <dgm:prSet presAssocID="{2269EE96-DEEC-44A7-AA4E-E35C5ADC79E1}" presName="node" presStyleLbl="node1" presStyleIdx="2" presStyleCnt="9">
        <dgm:presLayoutVars>
          <dgm:bulletEnabled val="1"/>
        </dgm:presLayoutVars>
      </dgm:prSet>
      <dgm:spPr/>
    </dgm:pt>
    <dgm:pt modelId="{8E91D7BA-E88E-46B6-A69F-B79B3F52FA7A}" type="pres">
      <dgm:prSet presAssocID="{2303F0F9-7ECE-4F82-AAD8-748340C863D0}" presName="sibTrans" presStyleLbl="sibTrans1D1" presStyleIdx="2" presStyleCnt="8"/>
      <dgm:spPr/>
    </dgm:pt>
    <dgm:pt modelId="{850200A0-7B2E-4535-B38D-9C49A157DDD3}" type="pres">
      <dgm:prSet presAssocID="{2303F0F9-7ECE-4F82-AAD8-748340C863D0}" presName="connectorText" presStyleLbl="sibTrans1D1" presStyleIdx="2" presStyleCnt="8"/>
      <dgm:spPr/>
    </dgm:pt>
    <dgm:pt modelId="{2F302590-405C-4176-84F4-F4F169A8AA0B}" type="pres">
      <dgm:prSet presAssocID="{10E931ED-ACD7-4C82-90A5-D80B7C6B8F2A}" presName="node" presStyleLbl="node1" presStyleIdx="3" presStyleCnt="9">
        <dgm:presLayoutVars>
          <dgm:bulletEnabled val="1"/>
        </dgm:presLayoutVars>
      </dgm:prSet>
      <dgm:spPr/>
    </dgm:pt>
    <dgm:pt modelId="{AF646BA8-4756-464D-BB97-3EB1443DA889}" type="pres">
      <dgm:prSet presAssocID="{7DF3C72F-D71D-4322-B87D-FDB6867CAADB}" presName="sibTrans" presStyleLbl="sibTrans1D1" presStyleIdx="3" presStyleCnt="8"/>
      <dgm:spPr/>
    </dgm:pt>
    <dgm:pt modelId="{9EB0783C-8B45-4B5D-86E9-B7F0AB007C67}" type="pres">
      <dgm:prSet presAssocID="{7DF3C72F-D71D-4322-B87D-FDB6867CAADB}" presName="connectorText" presStyleLbl="sibTrans1D1" presStyleIdx="3" presStyleCnt="8"/>
      <dgm:spPr/>
    </dgm:pt>
    <dgm:pt modelId="{4E50184F-C86F-492F-BD1D-D77D1991FCE4}" type="pres">
      <dgm:prSet presAssocID="{62F1199A-AAE0-4B5B-AB8E-9AD8C439EAC2}" presName="node" presStyleLbl="node1" presStyleIdx="4" presStyleCnt="9">
        <dgm:presLayoutVars>
          <dgm:bulletEnabled val="1"/>
        </dgm:presLayoutVars>
      </dgm:prSet>
      <dgm:spPr/>
    </dgm:pt>
    <dgm:pt modelId="{28521C34-52D6-4D36-8BC1-A543493B7209}" type="pres">
      <dgm:prSet presAssocID="{323A3312-8420-4EBB-9F2E-D91E0A1342E9}" presName="sibTrans" presStyleLbl="sibTrans1D1" presStyleIdx="4" presStyleCnt="8"/>
      <dgm:spPr/>
    </dgm:pt>
    <dgm:pt modelId="{72857901-ECED-40EC-B5B6-F1529D9FE380}" type="pres">
      <dgm:prSet presAssocID="{323A3312-8420-4EBB-9F2E-D91E0A1342E9}" presName="connectorText" presStyleLbl="sibTrans1D1" presStyleIdx="4" presStyleCnt="8"/>
      <dgm:spPr/>
    </dgm:pt>
    <dgm:pt modelId="{A2BAF423-A0C8-4C38-AC80-1390B7CFEA8B}" type="pres">
      <dgm:prSet presAssocID="{1AF159CE-21C5-4418-8DA6-A48895502306}" presName="node" presStyleLbl="node1" presStyleIdx="5" presStyleCnt="9">
        <dgm:presLayoutVars>
          <dgm:bulletEnabled val="1"/>
        </dgm:presLayoutVars>
      </dgm:prSet>
      <dgm:spPr/>
    </dgm:pt>
    <dgm:pt modelId="{EEC4FCDD-35BA-4FEC-B45C-F95566A31D48}" type="pres">
      <dgm:prSet presAssocID="{020CA792-22F6-4022-A79A-A584A2F4D1AC}" presName="sibTrans" presStyleLbl="sibTrans1D1" presStyleIdx="5" presStyleCnt="8"/>
      <dgm:spPr/>
    </dgm:pt>
    <dgm:pt modelId="{0D98DF5A-59C4-4D25-A35F-5468A45D665B}" type="pres">
      <dgm:prSet presAssocID="{020CA792-22F6-4022-A79A-A584A2F4D1AC}" presName="connectorText" presStyleLbl="sibTrans1D1" presStyleIdx="5" presStyleCnt="8"/>
      <dgm:spPr/>
    </dgm:pt>
    <dgm:pt modelId="{FD07AF0A-DDC4-4434-8426-8DF53241D366}" type="pres">
      <dgm:prSet presAssocID="{A3A6F392-F0B2-423E-9A85-4A29704816F4}" presName="node" presStyleLbl="node1" presStyleIdx="6" presStyleCnt="9">
        <dgm:presLayoutVars>
          <dgm:bulletEnabled val="1"/>
        </dgm:presLayoutVars>
      </dgm:prSet>
      <dgm:spPr/>
    </dgm:pt>
    <dgm:pt modelId="{EB2A9BA9-CEA9-4386-A2C7-6D211D14336E}" type="pres">
      <dgm:prSet presAssocID="{7A03E1EB-9632-47B4-8C98-4F31A4A598F0}" presName="sibTrans" presStyleLbl="sibTrans1D1" presStyleIdx="6" presStyleCnt="8"/>
      <dgm:spPr/>
    </dgm:pt>
    <dgm:pt modelId="{CA3BFA85-FB02-49EA-A29F-79510AEE4F4F}" type="pres">
      <dgm:prSet presAssocID="{7A03E1EB-9632-47B4-8C98-4F31A4A598F0}" presName="connectorText" presStyleLbl="sibTrans1D1" presStyleIdx="6" presStyleCnt="8"/>
      <dgm:spPr/>
    </dgm:pt>
    <dgm:pt modelId="{E079BBA5-2920-43F2-96CA-FE2F2C85DE2F}" type="pres">
      <dgm:prSet presAssocID="{E06D9D69-EE11-4D49-BA6D-DFDB4E1BAC31}" presName="node" presStyleLbl="node1" presStyleIdx="7" presStyleCnt="9">
        <dgm:presLayoutVars>
          <dgm:bulletEnabled val="1"/>
        </dgm:presLayoutVars>
      </dgm:prSet>
      <dgm:spPr/>
    </dgm:pt>
    <dgm:pt modelId="{4A3EA44F-8D89-44BA-9CFC-B1E411CABCB4}" type="pres">
      <dgm:prSet presAssocID="{585EF504-D4E7-4A25-B581-7AAD9EAC88D9}" presName="sibTrans" presStyleLbl="sibTrans1D1" presStyleIdx="7" presStyleCnt="8"/>
      <dgm:spPr/>
    </dgm:pt>
    <dgm:pt modelId="{A3B7A0D6-A3D9-4940-86A3-4A9EDF12EE65}" type="pres">
      <dgm:prSet presAssocID="{585EF504-D4E7-4A25-B581-7AAD9EAC88D9}" presName="connectorText" presStyleLbl="sibTrans1D1" presStyleIdx="7" presStyleCnt="8"/>
      <dgm:spPr/>
    </dgm:pt>
    <dgm:pt modelId="{3EF7A313-1530-4944-8D74-FBD11F86C534}" type="pres">
      <dgm:prSet presAssocID="{DE6548F9-C239-4F12-AFE5-4C34BE708F7E}" presName="node" presStyleLbl="node1" presStyleIdx="8" presStyleCnt="9">
        <dgm:presLayoutVars>
          <dgm:bulletEnabled val="1"/>
        </dgm:presLayoutVars>
      </dgm:prSet>
      <dgm:spPr/>
    </dgm:pt>
  </dgm:ptLst>
  <dgm:cxnLst>
    <dgm:cxn modelId="{02B9E10B-9070-4F0A-82B6-B87C05A75E91}" srcId="{C2717AF6-BC40-4A30-98E2-85AB3E259F06}" destId="{D56373EA-C634-4A40-9A69-5F20D249EE56}" srcOrd="0" destOrd="0" parTransId="{17D01EE3-A5BC-4A2C-99D9-01D552315563}" sibTransId="{6E96EA36-2840-4111-A8DC-1248B42D3EC5}"/>
    <dgm:cxn modelId="{05FD181B-88E9-4DA0-8777-A8A9667FEED9}" srcId="{C2717AF6-BC40-4A30-98E2-85AB3E259F06}" destId="{62F1199A-AAE0-4B5B-AB8E-9AD8C439EAC2}" srcOrd="4" destOrd="0" parTransId="{00D718A2-C669-4942-93FA-7FD33AA2D02A}" sibTransId="{323A3312-8420-4EBB-9F2E-D91E0A1342E9}"/>
    <dgm:cxn modelId="{B6DA2A27-C8B4-49E7-862F-8D95DC2FCCA8}" type="presOf" srcId="{323A3312-8420-4EBB-9F2E-D91E0A1342E9}" destId="{28521C34-52D6-4D36-8BC1-A543493B7209}" srcOrd="0" destOrd="0" presId="urn:microsoft.com/office/officeart/2016/7/layout/RepeatingBendingProcessNew"/>
    <dgm:cxn modelId="{CD3BDF2A-075C-4E88-A216-AFCA9942B9DD}" type="presOf" srcId="{1AF159CE-21C5-4418-8DA6-A48895502306}" destId="{A2BAF423-A0C8-4C38-AC80-1390B7CFEA8B}" srcOrd="0" destOrd="0" presId="urn:microsoft.com/office/officeart/2016/7/layout/RepeatingBendingProcessNew"/>
    <dgm:cxn modelId="{75003F36-E44F-4A5B-A615-BCB1BC6515CA}" srcId="{C2717AF6-BC40-4A30-98E2-85AB3E259F06}" destId="{DE6548F9-C239-4F12-AFE5-4C34BE708F7E}" srcOrd="8" destOrd="0" parTransId="{DEB09E5B-1AE4-4203-A85F-15867AEDEE6A}" sibTransId="{D59FBC46-257D-442F-B982-0B4638571176}"/>
    <dgm:cxn modelId="{22C98D37-D95F-4867-9527-56B2AC4A35FC}" srcId="{C2717AF6-BC40-4A30-98E2-85AB3E259F06}" destId="{A3A6F392-F0B2-423E-9A85-4A29704816F4}" srcOrd="6" destOrd="0" parTransId="{3E94B994-C98B-40A4-A114-8B56FC400EF9}" sibTransId="{7A03E1EB-9632-47B4-8C98-4F31A4A598F0}"/>
    <dgm:cxn modelId="{C158B338-8C99-4A19-9A2C-78ACAFC33C03}" srcId="{C2717AF6-BC40-4A30-98E2-85AB3E259F06}" destId="{3580596B-5721-4B62-87A1-6B6E18E1ACF3}" srcOrd="1" destOrd="0" parTransId="{008A1C0F-8B9D-4378-ACDD-39346CDA8E56}" sibTransId="{F8597B18-8681-4985-9F49-72BDE0EE826D}"/>
    <dgm:cxn modelId="{B44CF15D-FBC7-48BE-9898-CB66E5971E21}" type="presOf" srcId="{323A3312-8420-4EBB-9F2E-D91E0A1342E9}" destId="{72857901-ECED-40EC-B5B6-F1529D9FE380}" srcOrd="1" destOrd="0" presId="urn:microsoft.com/office/officeart/2016/7/layout/RepeatingBendingProcessNew"/>
    <dgm:cxn modelId="{9534085F-42A5-46ED-854F-13BB72D69104}" type="presOf" srcId="{2269EE96-DEEC-44A7-AA4E-E35C5ADC79E1}" destId="{0580D38C-CA1B-4902-B92C-C84C68BE238A}" srcOrd="0" destOrd="0" presId="urn:microsoft.com/office/officeart/2016/7/layout/RepeatingBendingProcessNew"/>
    <dgm:cxn modelId="{F869F364-59B0-48B7-B4E9-E59C70A4807F}" srcId="{C2717AF6-BC40-4A30-98E2-85AB3E259F06}" destId="{10E931ED-ACD7-4C82-90A5-D80B7C6B8F2A}" srcOrd="3" destOrd="0" parTransId="{D6DAB4D1-9A61-4DD1-82F8-B9588607D0CB}" sibTransId="{7DF3C72F-D71D-4322-B87D-FDB6867CAADB}"/>
    <dgm:cxn modelId="{CBD34265-EF85-4FEB-A355-6FC9492373AC}" type="presOf" srcId="{F8597B18-8681-4985-9F49-72BDE0EE826D}" destId="{001AE8F9-DF55-465F-B8E0-440AE0B0D4E0}" srcOrd="0" destOrd="0" presId="urn:microsoft.com/office/officeart/2016/7/layout/RepeatingBendingProcessNew"/>
    <dgm:cxn modelId="{9B823E48-CB3B-4C64-AD88-496CBC960716}" type="presOf" srcId="{585EF504-D4E7-4A25-B581-7AAD9EAC88D9}" destId="{4A3EA44F-8D89-44BA-9CFC-B1E411CABCB4}" srcOrd="0" destOrd="0" presId="urn:microsoft.com/office/officeart/2016/7/layout/RepeatingBendingProcessNew"/>
    <dgm:cxn modelId="{8C7FB248-F5AE-4404-90D8-D0460B0674FB}" type="presOf" srcId="{62F1199A-AAE0-4B5B-AB8E-9AD8C439EAC2}" destId="{4E50184F-C86F-492F-BD1D-D77D1991FCE4}" srcOrd="0" destOrd="0" presId="urn:microsoft.com/office/officeart/2016/7/layout/RepeatingBendingProcessNew"/>
    <dgm:cxn modelId="{C2934A6C-68AF-4FF9-9939-636DA0EDA5B9}" srcId="{C2717AF6-BC40-4A30-98E2-85AB3E259F06}" destId="{1AF159CE-21C5-4418-8DA6-A48895502306}" srcOrd="5" destOrd="0" parTransId="{242A985C-AD3E-49A9-BFEE-8DDD60E436BD}" sibTransId="{020CA792-22F6-4022-A79A-A584A2F4D1AC}"/>
    <dgm:cxn modelId="{CDEFFC6D-8031-452A-94F1-973637F9F258}" type="presOf" srcId="{7A03E1EB-9632-47B4-8C98-4F31A4A598F0}" destId="{CA3BFA85-FB02-49EA-A29F-79510AEE4F4F}" srcOrd="1" destOrd="0" presId="urn:microsoft.com/office/officeart/2016/7/layout/RepeatingBendingProcessNew"/>
    <dgm:cxn modelId="{3B7D0472-1340-4256-804E-060142F34954}" type="presOf" srcId="{020CA792-22F6-4022-A79A-A584A2F4D1AC}" destId="{0D98DF5A-59C4-4D25-A35F-5468A45D665B}" srcOrd="1" destOrd="0" presId="urn:microsoft.com/office/officeart/2016/7/layout/RepeatingBendingProcessNew"/>
    <dgm:cxn modelId="{FBE51373-EC76-4777-ADA0-51A6F27C4FB2}" type="presOf" srcId="{DE6548F9-C239-4F12-AFE5-4C34BE708F7E}" destId="{3EF7A313-1530-4944-8D74-FBD11F86C534}" srcOrd="0" destOrd="0" presId="urn:microsoft.com/office/officeart/2016/7/layout/RepeatingBendingProcessNew"/>
    <dgm:cxn modelId="{949DEE75-3F81-4DEF-88BE-7804CFDB42B3}" type="presOf" srcId="{585EF504-D4E7-4A25-B581-7AAD9EAC88D9}" destId="{A3B7A0D6-A3D9-4940-86A3-4A9EDF12EE65}" srcOrd="1" destOrd="0" presId="urn:microsoft.com/office/officeart/2016/7/layout/RepeatingBendingProcessNew"/>
    <dgm:cxn modelId="{A91F4676-9DEA-4151-A4DD-574AFBCD7B9A}" type="presOf" srcId="{D56373EA-C634-4A40-9A69-5F20D249EE56}" destId="{74DCEF19-61EA-4942-9CFC-8061C15C6D44}" srcOrd="0" destOrd="0" presId="urn:microsoft.com/office/officeart/2016/7/layout/RepeatingBendingProcessNew"/>
    <dgm:cxn modelId="{CCF71257-B261-42B0-B6EE-1AEFC3D303E3}" type="presOf" srcId="{020CA792-22F6-4022-A79A-A584A2F4D1AC}" destId="{EEC4FCDD-35BA-4FEC-B45C-F95566A31D48}" srcOrd="0" destOrd="0" presId="urn:microsoft.com/office/officeart/2016/7/layout/RepeatingBendingProcessNew"/>
    <dgm:cxn modelId="{3A5E355A-F07B-47E0-B522-7303A256FBAF}" type="presOf" srcId="{C2717AF6-BC40-4A30-98E2-85AB3E259F06}" destId="{608B07EE-02B2-4BD7-B34E-9C009C2DB2EC}" srcOrd="0" destOrd="0" presId="urn:microsoft.com/office/officeart/2016/7/layout/RepeatingBendingProcessNew"/>
    <dgm:cxn modelId="{053A897A-3434-4020-A289-334EE1F133E3}" type="presOf" srcId="{2303F0F9-7ECE-4F82-AAD8-748340C863D0}" destId="{8E91D7BA-E88E-46B6-A69F-B79B3F52FA7A}" srcOrd="0" destOrd="0" presId="urn:microsoft.com/office/officeart/2016/7/layout/RepeatingBendingProcessNew"/>
    <dgm:cxn modelId="{546EFE5A-9265-47B2-94B7-60D4A162E988}" type="presOf" srcId="{7DF3C72F-D71D-4322-B87D-FDB6867CAADB}" destId="{AF646BA8-4756-464D-BB97-3EB1443DA889}" srcOrd="0" destOrd="0" presId="urn:microsoft.com/office/officeart/2016/7/layout/RepeatingBendingProcessNew"/>
    <dgm:cxn modelId="{32B93582-0BCA-447E-9A43-0C4A04FE4E71}" srcId="{C2717AF6-BC40-4A30-98E2-85AB3E259F06}" destId="{E06D9D69-EE11-4D49-BA6D-DFDB4E1BAC31}" srcOrd="7" destOrd="0" parTransId="{106AD6EA-967B-4662-B5AC-923E7EA8D415}" sibTransId="{585EF504-D4E7-4A25-B581-7AAD9EAC88D9}"/>
    <dgm:cxn modelId="{70306888-D6AA-4B98-BEF7-3A3FE1DABEFB}" type="presOf" srcId="{A3A6F392-F0B2-423E-9A85-4A29704816F4}" destId="{FD07AF0A-DDC4-4434-8426-8DF53241D366}" srcOrd="0" destOrd="0" presId="urn:microsoft.com/office/officeart/2016/7/layout/RepeatingBendingProcessNew"/>
    <dgm:cxn modelId="{F02E078D-03E8-4F5E-BF3A-655E44194497}" type="presOf" srcId="{6E96EA36-2840-4111-A8DC-1248B42D3EC5}" destId="{41FABD53-8EC1-4014-B2B7-685A4A2E26F0}" srcOrd="1" destOrd="0" presId="urn:microsoft.com/office/officeart/2016/7/layout/RepeatingBendingProcessNew"/>
    <dgm:cxn modelId="{0A569AB4-D7A9-44EE-BE26-34FDF9BE9DED}" type="presOf" srcId="{7A03E1EB-9632-47B4-8C98-4F31A4A598F0}" destId="{EB2A9BA9-CEA9-4386-A2C7-6D211D14336E}" srcOrd="0" destOrd="0" presId="urn:microsoft.com/office/officeart/2016/7/layout/RepeatingBendingProcessNew"/>
    <dgm:cxn modelId="{8945AEBC-5E12-4E9B-B7F4-B7C35E523C02}" type="presOf" srcId="{E06D9D69-EE11-4D49-BA6D-DFDB4E1BAC31}" destId="{E079BBA5-2920-43F2-96CA-FE2F2C85DE2F}" srcOrd="0" destOrd="0" presId="urn:microsoft.com/office/officeart/2016/7/layout/RepeatingBendingProcessNew"/>
    <dgm:cxn modelId="{3EC226BF-14B3-469C-9E2F-3FA7CADCDC45}" type="presOf" srcId="{3580596B-5721-4B62-87A1-6B6E18E1ACF3}" destId="{E0FC37E0-63A8-4DC3-8528-C5A99146CFF5}" srcOrd="0" destOrd="0" presId="urn:microsoft.com/office/officeart/2016/7/layout/RepeatingBendingProcessNew"/>
    <dgm:cxn modelId="{764FF9E3-0F12-4127-9C97-453E589CA6E7}" srcId="{C2717AF6-BC40-4A30-98E2-85AB3E259F06}" destId="{2269EE96-DEEC-44A7-AA4E-E35C5ADC79E1}" srcOrd="2" destOrd="0" parTransId="{26DB602A-7B3B-4AE6-98CD-AB38FEA4D8FA}" sibTransId="{2303F0F9-7ECE-4F82-AAD8-748340C863D0}"/>
    <dgm:cxn modelId="{A7FB28E4-19B6-4D21-973A-4D30BEEFF0CA}" type="presOf" srcId="{10E931ED-ACD7-4C82-90A5-D80B7C6B8F2A}" destId="{2F302590-405C-4176-84F4-F4F169A8AA0B}" srcOrd="0" destOrd="0" presId="urn:microsoft.com/office/officeart/2016/7/layout/RepeatingBendingProcessNew"/>
    <dgm:cxn modelId="{8CC134E4-D33A-4B2C-815C-F8252BA7DD5B}" type="presOf" srcId="{F8597B18-8681-4985-9F49-72BDE0EE826D}" destId="{7DEE56AF-DD10-4AC3-AB6F-DAC6E39653A5}" srcOrd="1" destOrd="0" presId="urn:microsoft.com/office/officeart/2016/7/layout/RepeatingBendingProcessNew"/>
    <dgm:cxn modelId="{E6D4B4F4-DCC4-43BB-A147-D6245DF840A4}" type="presOf" srcId="{2303F0F9-7ECE-4F82-AAD8-748340C863D0}" destId="{850200A0-7B2E-4535-B38D-9C49A157DDD3}" srcOrd="1" destOrd="0" presId="urn:microsoft.com/office/officeart/2016/7/layout/RepeatingBendingProcessNew"/>
    <dgm:cxn modelId="{08AFDAF7-86C6-4F90-B0CB-2C28768A5E1B}" type="presOf" srcId="{7DF3C72F-D71D-4322-B87D-FDB6867CAADB}" destId="{9EB0783C-8B45-4B5D-86E9-B7F0AB007C67}" srcOrd="1" destOrd="0" presId="urn:microsoft.com/office/officeart/2016/7/layout/RepeatingBendingProcessNew"/>
    <dgm:cxn modelId="{9C9571FC-BF49-4F9E-A86B-C9F4FB7F7330}" type="presOf" srcId="{6E96EA36-2840-4111-A8DC-1248B42D3EC5}" destId="{15B3AA28-AAA8-4251-8B55-C116DF79145E}" srcOrd="0" destOrd="0" presId="urn:microsoft.com/office/officeart/2016/7/layout/RepeatingBendingProcessNew"/>
    <dgm:cxn modelId="{A09B479B-DDEF-4E2B-B5C5-55B9B333F281}" type="presParOf" srcId="{608B07EE-02B2-4BD7-B34E-9C009C2DB2EC}" destId="{74DCEF19-61EA-4942-9CFC-8061C15C6D44}" srcOrd="0" destOrd="0" presId="urn:microsoft.com/office/officeart/2016/7/layout/RepeatingBendingProcessNew"/>
    <dgm:cxn modelId="{55A794E8-0177-40EE-8AEA-2F2A2005A41F}" type="presParOf" srcId="{608B07EE-02B2-4BD7-B34E-9C009C2DB2EC}" destId="{15B3AA28-AAA8-4251-8B55-C116DF79145E}" srcOrd="1" destOrd="0" presId="urn:microsoft.com/office/officeart/2016/7/layout/RepeatingBendingProcessNew"/>
    <dgm:cxn modelId="{85556CB1-A9FD-465F-A68D-5D67B24BE5E1}" type="presParOf" srcId="{15B3AA28-AAA8-4251-8B55-C116DF79145E}" destId="{41FABD53-8EC1-4014-B2B7-685A4A2E26F0}" srcOrd="0" destOrd="0" presId="urn:microsoft.com/office/officeart/2016/7/layout/RepeatingBendingProcessNew"/>
    <dgm:cxn modelId="{F5C23FD6-F533-4047-B2A2-388219511262}" type="presParOf" srcId="{608B07EE-02B2-4BD7-B34E-9C009C2DB2EC}" destId="{E0FC37E0-63A8-4DC3-8528-C5A99146CFF5}" srcOrd="2" destOrd="0" presId="urn:microsoft.com/office/officeart/2016/7/layout/RepeatingBendingProcessNew"/>
    <dgm:cxn modelId="{931D490A-75EF-4CA6-AC63-5E30B075CE61}" type="presParOf" srcId="{608B07EE-02B2-4BD7-B34E-9C009C2DB2EC}" destId="{001AE8F9-DF55-465F-B8E0-440AE0B0D4E0}" srcOrd="3" destOrd="0" presId="urn:microsoft.com/office/officeart/2016/7/layout/RepeatingBendingProcessNew"/>
    <dgm:cxn modelId="{84B1CA6D-6571-4C83-B43D-A45688BA70B4}" type="presParOf" srcId="{001AE8F9-DF55-465F-B8E0-440AE0B0D4E0}" destId="{7DEE56AF-DD10-4AC3-AB6F-DAC6E39653A5}" srcOrd="0" destOrd="0" presId="urn:microsoft.com/office/officeart/2016/7/layout/RepeatingBendingProcessNew"/>
    <dgm:cxn modelId="{ADC35F5B-669E-4176-9262-CF59201DC31E}" type="presParOf" srcId="{608B07EE-02B2-4BD7-B34E-9C009C2DB2EC}" destId="{0580D38C-CA1B-4902-B92C-C84C68BE238A}" srcOrd="4" destOrd="0" presId="urn:microsoft.com/office/officeart/2016/7/layout/RepeatingBendingProcessNew"/>
    <dgm:cxn modelId="{87F43FDA-7448-4203-8FEB-7F35903FAE9E}" type="presParOf" srcId="{608B07EE-02B2-4BD7-B34E-9C009C2DB2EC}" destId="{8E91D7BA-E88E-46B6-A69F-B79B3F52FA7A}" srcOrd="5" destOrd="0" presId="urn:microsoft.com/office/officeart/2016/7/layout/RepeatingBendingProcessNew"/>
    <dgm:cxn modelId="{94858023-4838-4023-9F97-D893F4E8EBFF}" type="presParOf" srcId="{8E91D7BA-E88E-46B6-A69F-B79B3F52FA7A}" destId="{850200A0-7B2E-4535-B38D-9C49A157DDD3}" srcOrd="0" destOrd="0" presId="urn:microsoft.com/office/officeart/2016/7/layout/RepeatingBendingProcessNew"/>
    <dgm:cxn modelId="{597184C2-0DB5-4802-A555-FB582ACCB9BF}" type="presParOf" srcId="{608B07EE-02B2-4BD7-B34E-9C009C2DB2EC}" destId="{2F302590-405C-4176-84F4-F4F169A8AA0B}" srcOrd="6" destOrd="0" presId="urn:microsoft.com/office/officeart/2016/7/layout/RepeatingBendingProcessNew"/>
    <dgm:cxn modelId="{52F5181B-46B7-4B62-BB7F-1C1AF9E800F8}" type="presParOf" srcId="{608B07EE-02B2-4BD7-B34E-9C009C2DB2EC}" destId="{AF646BA8-4756-464D-BB97-3EB1443DA889}" srcOrd="7" destOrd="0" presId="urn:microsoft.com/office/officeart/2016/7/layout/RepeatingBendingProcessNew"/>
    <dgm:cxn modelId="{FD95D4C4-F08E-4CB4-875C-F24EE3CE6FDB}" type="presParOf" srcId="{AF646BA8-4756-464D-BB97-3EB1443DA889}" destId="{9EB0783C-8B45-4B5D-86E9-B7F0AB007C67}" srcOrd="0" destOrd="0" presId="urn:microsoft.com/office/officeart/2016/7/layout/RepeatingBendingProcessNew"/>
    <dgm:cxn modelId="{CE14D0DE-F845-4C4F-BD32-CD23E5EB91B3}" type="presParOf" srcId="{608B07EE-02B2-4BD7-B34E-9C009C2DB2EC}" destId="{4E50184F-C86F-492F-BD1D-D77D1991FCE4}" srcOrd="8" destOrd="0" presId="urn:microsoft.com/office/officeart/2016/7/layout/RepeatingBendingProcessNew"/>
    <dgm:cxn modelId="{62C719EB-FED8-406F-9DFD-03381537852E}" type="presParOf" srcId="{608B07EE-02B2-4BD7-B34E-9C009C2DB2EC}" destId="{28521C34-52D6-4D36-8BC1-A543493B7209}" srcOrd="9" destOrd="0" presId="urn:microsoft.com/office/officeart/2016/7/layout/RepeatingBendingProcessNew"/>
    <dgm:cxn modelId="{9B749834-C0F2-4781-A3B8-2C67A994FC92}" type="presParOf" srcId="{28521C34-52D6-4D36-8BC1-A543493B7209}" destId="{72857901-ECED-40EC-B5B6-F1529D9FE380}" srcOrd="0" destOrd="0" presId="urn:microsoft.com/office/officeart/2016/7/layout/RepeatingBendingProcessNew"/>
    <dgm:cxn modelId="{D8A92040-AA5A-4EE5-9007-536ABF610F20}" type="presParOf" srcId="{608B07EE-02B2-4BD7-B34E-9C009C2DB2EC}" destId="{A2BAF423-A0C8-4C38-AC80-1390B7CFEA8B}" srcOrd="10" destOrd="0" presId="urn:microsoft.com/office/officeart/2016/7/layout/RepeatingBendingProcessNew"/>
    <dgm:cxn modelId="{8C1632AA-5DFD-4A05-8EFC-4BE230146D92}" type="presParOf" srcId="{608B07EE-02B2-4BD7-B34E-9C009C2DB2EC}" destId="{EEC4FCDD-35BA-4FEC-B45C-F95566A31D48}" srcOrd="11" destOrd="0" presId="urn:microsoft.com/office/officeart/2016/7/layout/RepeatingBendingProcessNew"/>
    <dgm:cxn modelId="{58BE5747-81E2-4670-AB62-864CB2D63DA8}" type="presParOf" srcId="{EEC4FCDD-35BA-4FEC-B45C-F95566A31D48}" destId="{0D98DF5A-59C4-4D25-A35F-5468A45D665B}" srcOrd="0" destOrd="0" presId="urn:microsoft.com/office/officeart/2016/7/layout/RepeatingBendingProcessNew"/>
    <dgm:cxn modelId="{06EB52BF-7172-411A-9B00-E592FFD8E140}" type="presParOf" srcId="{608B07EE-02B2-4BD7-B34E-9C009C2DB2EC}" destId="{FD07AF0A-DDC4-4434-8426-8DF53241D366}" srcOrd="12" destOrd="0" presId="urn:microsoft.com/office/officeart/2016/7/layout/RepeatingBendingProcessNew"/>
    <dgm:cxn modelId="{2B5A5F6B-D2F4-4944-A8A4-12E497BB5D3D}" type="presParOf" srcId="{608B07EE-02B2-4BD7-B34E-9C009C2DB2EC}" destId="{EB2A9BA9-CEA9-4386-A2C7-6D211D14336E}" srcOrd="13" destOrd="0" presId="urn:microsoft.com/office/officeart/2016/7/layout/RepeatingBendingProcessNew"/>
    <dgm:cxn modelId="{FAAEE995-1050-451C-A0C8-B77B831E83A1}" type="presParOf" srcId="{EB2A9BA9-CEA9-4386-A2C7-6D211D14336E}" destId="{CA3BFA85-FB02-49EA-A29F-79510AEE4F4F}" srcOrd="0" destOrd="0" presId="urn:microsoft.com/office/officeart/2016/7/layout/RepeatingBendingProcessNew"/>
    <dgm:cxn modelId="{0E1FB754-265A-4629-AD8C-36C667A450C4}" type="presParOf" srcId="{608B07EE-02B2-4BD7-B34E-9C009C2DB2EC}" destId="{E079BBA5-2920-43F2-96CA-FE2F2C85DE2F}" srcOrd="14" destOrd="0" presId="urn:microsoft.com/office/officeart/2016/7/layout/RepeatingBendingProcessNew"/>
    <dgm:cxn modelId="{B4920280-0BD2-434E-9D13-C17008ED3C84}" type="presParOf" srcId="{608B07EE-02B2-4BD7-B34E-9C009C2DB2EC}" destId="{4A3EA44F-8D89-44BA-9CFC-B1E411CABCB4}" srcOrd="15" destOrd="0" presId="urn:microsoft.com/office/officeart/2016/7/layout/RepeatingBendingProcessNew"/>
    <dgm:cxn modelId="{C95E2BE0-D2BD-4B05-BB5E-01E08A9B3C88}" type="presParOf" srcId="{4A3EA44F-8D89-44BA-9CFC-B1E411CABCB4}" destId="{A3B7A0D6-A3D9-4940-86A3-4A9EDF12EE65}" srcOrd="0" destOrd="0" presId="urn:microsoft.com/office/officeart/2016/7/layout/RepeatingBendingProcessNew"/>
    <dgm:cxn modelId="{E1D62C8E-C9B2-472C-BFCF-6E6B3CDF174D}" type="presParOf" srcId="{608B07EE-02B2-4BD7-B34E-9C009C2DB2EC}" destId="{3EF7A313-1530-4944-8D74-FBD11F86C534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FF0F949-801B-416C-8C04-E002E6E5584D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11D5B33-D406-4214-9E42-B2F226EC396B}">
      <dgm:prSet/>
      <dgm:spPr/>
      <dgm:t>
        <a:bodyPr/>
        <a:lstStyle/>
        <a:p>
          <a:r>
            <a:rPr lang="en-US"/>
            <a:t>For Football Clubs:</a:t>
          </a:r>
        </a:p>
      </dgm:t>
    </dgm:pt>
    <dgm:pt modelId="{99A19203-1AAA-4E05-9F68-781F4356FFD8}" type="parTrans" cxnId="{A51E076A-0B9C-4F69-B2C8-91CBD2EEA9DB}">
      <dgm:prSet/>
      <dgm:spPr/>
      <dgm:t>
        <a:bodyPr/>
        <a:lstStyle/>
        <a:p>
          <a:endParaRPr lang="en-US"/>
        </a:p>
      </dgm:t>
    </dgm:pt>
    <dgm:pt modelId="{239C6256-284F-4758-BF6C-8DA7A216FA8E}" type="sibTrans" cxnId="{A51E076A-0B9C-4F69-B2C8-91CBD2EEA9DB}">
      <dgm:prSet/>
      <dgm:spPr/>
      <dgm:t>
        <a:bodyPr/>
        <a:lstStyle/>
        <a:p>
          <a:endParaRPr lang="en-US"/>
        </a:p>
      </dgm:t>
    </dgm:pt>
    <dgm:pt modelId="{1E506BE7-9DCC-400F-B069-24FA120ECA05}">
      <dgm:prSet/>
      <dgm:spPr/>
      <dgm:t>
        <a:bodyPr/>
        <a:lstStyle/>
        <a:p>
          <a:r>
            <a:rPr lang="en-US"/>
            <a:t>• Data-driven transfer decisions</a:t>
          </a:r>
        </a:p>
      </dgm:t>
    </dgm:pt>
    <dgm:pt modelId="{E72C8FC7-4F9B-41BB-8FEB-41BC44B74D78}" type="parTrans" cxnId="{860405EC-D73C-486D-B067-7D26BC455AD5}">
      <dgm:prSet/>
      <dgm:spPr/>
      <dgm:t>
        <a:bodyPr/>
        <a:lstStyle/>
        <a:p>
          <a:endParaRPr lang="en-US"/>
        </a:p>
      </dgm:t>
    </dgm:pt>
    <dgm:pt modelId="{6DD20E18-3F2C-4C3F-A7BA-C231DCD1BB94}" type="sibTrans" cxnId="{860405EC-D73C-486D-B067-7D26BC455AD5}">
      <dgm:prSet/>
      <dgm:spPr/>
      <dgm:t>
        <a:bodyPr/>
        <a:lstStyle/>
        <a:p>
          <a:endParaRPr lang="en-US"/>
        </a:p>
      </dgm:t>
    </dgm:pt>
    <dgm:pt modelId="{3F4E793D-01EF-4E15-B3D5-2F7931E6A2E6}">
      <dgm:prSet/>
      <dgm:spPr/>
      <dgm:t>
        <a:bodyPr/>
        <a:lstStyle/>
        <a:p>
          <a:r>
            <a:rPr lang="en-US"/>
            <a:t>• Risk assessment for signings</a:t>
          </a:r>
        </a:p>
      </dgm:t>
    </dgm:pt>
    <dgm:pt modelId="{34EFD0D0-9CF2-42E0-B5B3-4C7ACD90F1C1}" type="parTrans" cxnId="{C8C336B7-C52A-4D80-A4EA-D647081398A1}">
      <dgm:prSet/>
      <dgm:spPr/>
      <dgm:t>
        <a:bodyPr/>
        <a:lstStyle/>
        <a:p>
          <a:endParaRPr lang="en-US"/>
        </a:p>
      </dgm:t>
    </dgm:pt>
    <dgm:pt modelId="{88EB39A4-9BA1-4C30-877B-ABFB92C954BA}" type="sibTrans" cxnId="{C8C336B7-C52A-4D80-A4EA-D647081398A1}">
      <dgm:prSet/>
      <dgm:spPr/>
      <dgm:t>
        <a:bodyPr/>
        <a:lstStyle/>
        <a:p>
          <a:endParaRPr lang="en-US"/>
        </a:p>
      </dgm:t>
    </dgm:pt>
    <dgm:pt modelId="{4DDDDB3D-603E-492B-B596-B0F5A16590B6}">
      <dgm:prSet/>
      <dgm:spPr/>
      <dgm:t>
        <a:bodyPr/>
        <a:lstStyle/>
        <a:p>
          <a:r>
            <a:rPr lang="en-US"/>
            <a:t>• Budget optimization</a:t>
          </a:r>
        </a:p>
      </dgm:t>
    </dgm:pt>
    <dgm:pt modelId="{3E0FE2F8-6321-4BBB-B03E-F91D71497A6E}" type="parTrans" cxnId="{8D0D37CB-933D-4BB7-8167-816314A9C243}">
      <dgm:prSet/>
      <dgm:spPr/>
      <dgm:t>
        <a:bodyPr/>
        <a:lstStyle/>
        <a:p>
          <a:endParaRPr lang="en-US"/>
        </a:p>
      </dgm:t>
    </dgm:pt>
    <dgm:pt modelId="{E4F7565D-A1C3-4CBC-A1D9-36AC4D67992A}" type="sibTrans" cxnId="{8D0D37CB-933D-4BB7-8167-816314A9C243}">
      <dgm:prSet/>
      <dgm:spPr/>
      <dgm:t>
        <a:bodyPr/>
        <a:lstStyle/>
        <a:p>
          <a:endParaRPr lang="en-US"/>
        </a:p>
      </dgm:t>
    </dgm:pt>
    <dgm:pt modelId="{58587039-3689-48F2-975B-D8025043D777}">
      <dgm:prSet/>
      <dgm:spPr/>
      <dgm:t>
        <a:bodyPr/>
        <a:lstStyle/>
        <a:p>
          <a:r>
            <a:rPr lang="en-US"/>
            <a:t>• Competitive advantage</a:t>
          </a:r>
        </a:p>
      </dgm:t>
    </dgm:pt>
    <dgm:pt modelId="{E4D8DCE8-C3E7-46EA-A6B2-2A63AAEF1B7E}" type="parTrans" cxnId="{76449EDD-E7E6-4E55-B5FC-8F32C700AEF6}">
      <dgm:prSet/>
      <dgm:spPr/>
      <dgm:t>
        <a:bodyPr/>
        <a:lstStyle/>
        <a:p>
          <a:endParaRPr lang="en-US"/>
        </a:p>
      </dgm:t>
    </dgm:pt>
    <dgm:pt modelId="{51465528-72D4-4FA7-9F3B-6D2715637D6A}" type="sibTrans" cxnId="{76449EDD-E7E6-4E55-B5FC-8F32C700AEF6}">
      <dgm:prSet/>
      <dgm:spPr/>
      <dgm:t>
        <a:bodyPr/>
        <a:lstStyle/>
        <a:p>
          <a:endParaRPr lang="en-US"/>
        </a:p>
      </dgm:t>
    </dgm:pt>
    <dgm:pt modelId="{B2FB5E5C-8C14-47E6-9435-A0691594AFB9}">
      <dgm:prSet/>
      <dgm:spPr/>
      <dgm:t>
        <a:bodyPr/>
        <a:lstStyle/>
        <a:p>
          <a:r>
            <a:rPr lang="en-US"/>
            <a:t>For Agents:</a:t>
          </a:r>
        </a:p>
      </dgm:t>
    </dgm:pt>
    <dgm:pt modelId="{E77FB8CA-6078-4490-8A6F-DF9E5AB3F36E}" type="parTrans" cxnId="{5FF131F7-EF6A-4650-A376-8A2295245517}">
      <dgm:prSet/>
      <dgm:spPr/>
      <dgm:t>
        <a:bodyPr/>
        <a:lstStyle/>
        <a:p>
          <a:endParaRPr lang="en-US"/>
        </a:p>
      </dgm:t>
    </dgm:pt>
    <dgm:pt modelId="{321CDBC4-C4FC-42A9-885F-3940FE11AAD2}" type="sibTrans" cxnId="{5FF131F7-EF6A-4650-A376-8A2295245517}">
      <dgm:prSet/>
      <dgm:spPr/>
      <dgm:t>
        <a:bodyPr/>
        <a:lstStyle/>
        <a:p>
          <a:endParaRPr lang="en-US"/>
        </a:p>
      </dgm:t>
    </dgm:pt>
    <dgm:pt modelId="{A5B21394-5F47-4D87-9B4E-6F31A337ABC4}">
      <dgm:prSet/>
      <dgm:spPr/>
      <dgm:t>
        <a:bodyPr/>
        <a:lstStyle/>
        <a:p>
          <a:r>
            <a:rPr lang="en-US"/>
            <a:t>• Objective player valuations</a:t>
          </a:r>
        </a:p>
      </dgm:t>
    </dgm:pt>
    <dgm:pt modelId="{0A6B3B27-D2F4-4498-B1EB-17B54A71B06B}" type="parTrans" cxnId="{AC419ACD-EB3E-44D3-AE89-9CD2D7A46892}">
      <dgm:prSet/>
      <dgm:spPr/>
      <dgm:t>
        <a:bodyPr/>
        <a:lstStyle/>
        <a:p>
          <a:endParaRPr lang="en-US"/>
        </a:p>
      </dgm:t>
    </dgm:pt>
    <dgm:pt modelId="{9FDB852F-723F-4480-A2CE-1F13AE2541B5}" type="sibTrans" cxnId="{AC419ACD-EB3E-44D3-AE89-9CD2D7A46892}">
      <dgm:prSet/>
      <dgm:spPr/>
      <dgm:t>
        <a:bodyPr/>
        <a:lstStyle/>
        <a:p>
          <a:endParaRPr lang="en-US"/>
        </a:p>
      </dgm:t>
    </dgm:pt>
    <dgm:pt modelId="{043B32A3-3E3A-402D-BC2D-AE45941AA847}">
      <dgm:prSet/>
      <dgm:spPr/>
      <dgm:t>
        <a:bodyPr/>
        <a:lstStyle/>
        <a:p>
          <a:r>
            <a:rPr lang="en-US"/>
            <a:t>• Negotiation support</a:t>
          </a:r>
        </a:p>
      </dgm:t>
    </dgm:pt>
    <dgm:pt modelId="{EBDC0D29-102A-43B3-BACB-43848E9EADB0}" type="parTrans" cxnId="{71206F26-E70A-45EE-A1C4-57ACEAA05E3E}">
      <dgm:prSet/>
      <dgm:spPr/>
      <dgm:t>
        <a:bodyPr/>
        <a:lstStyle/>
        <a:p>
          <a:endParaRPr lang="en-US"/>
        </a:p>
      </dgm:t>
    </dgm:pt>
    <dgm:pt modelId="{A634E693-3809-4A0A-8CFD-7C1B533EC1C4}" type="sibTrans" cxnId="{71206F26-E70A-45EE-A1C4-57ACEAA05E3E}">
      <dgm:prSet/>
      <dgm:spPr/>
      <dgm:t>
        <a:bodyPr/>
        <a:lstStyle/>
        <a:p>
          <a:endParaRPr lang="en-US"/>
        </a:p>
      </dgm:t>
    </dgm:pt>
    <dgm:pt modelId="{4DEFCAF3-0085-4993-9119-51D72405C1CB}">
      <dgm:prSet/>
      <dgm:spPr/>
      <dgm:t>
        <a:bodyPr/>
        <a:lstStyle/>
        <a:p>
          <a:r>
            <a:rPr lang="en-US"/>
            <a:t>• Market trend insights</a:t>
          </a:r>
        </a:p>
      </dgm:t>
    </dgm:pt>
    <dgm:pt modelId="{0AA9B80E-4BA6-4F68-8270-3BD316A892C7}" type="parTrans" cxnId="{C5E021DF-93A2-484F-9678-0A145E94DC1C}">
      <dgm:prSet/>
      <dgm:spPr/>
      <dgm:t>
        <a:bodyPr/>
        <a:lstStyle/>
        <a:p>
          <a:endParaRPr lang="en-US"/>
        </a:p>
      </dgm:t>
    </dgm:pt>
    <dgm:pt modelId="{8B920DEC-4EE6-4910-9B38-52B40F51C9E9}" type="sibTrans" cxnId="{C5E021DF-93A2-484F-9678-0A145E94DC1C}">
      <dgm:prSet/>
      <dgm:spPr/>
      <dgm:t>
        <a:bodyPr/>
        <a:lstStyle/>
        <a:p>
          <a:endParaRPr lang="en-US"/>
        </a:p>
      </dgm:t>
    </dgm:pt>
    <dgm:pt modelId="{04A8125C-F1A9-4068-ACCA-56BD2E3B5742}" type="pres">
      <dgm:prSet presAssocID="{7FF0F949-801B-416C-8C04-E002E6E5584D}" presName="cycle" presStyleCnt="0">
        <dgm:presLayoutVars>
          <dgm:dir/>
          <dgm:resizeHandles val="exact"/>
        </dgm:presLayoutVars>
      </dgm:prSet>
      <dgm:spPr/>
    </dgm:pt>
    <dgm:pt modelId="{170E269C-C5EE-47CC-8EDF-A074E14D190B}" type="pres">
      <dgm:prSet presAssocID="{A11D5B33-D406-4214-9E42-B2F226EC396B}" presName="node" presStyleLbl="node1" presStyleIdx="0" presStyleCnt="9">
        <dgm:presLayoutVars>
          <dgm:bulletEnabled val="1"/>
        </dgm:presLayoutVars>
      </dgm:prSet>
      <dgm:spPr/>
    </dgm:pt>
    <dgm:pt modelId="{E998DC2D-022E-4A31-9FE9-239529B1365B}" type="pres">
      <dgm:prSet presAssocID="{239C6256-284F-4758-BF6C-8DA7A216FA8E}" presName="sibTrans" presStyleLbl="sibTrans2D1" presStyleIdx="0" presStyleCnt="9"/>
      <dgm:spPr/>
    </dgm:pt>
    <dgm:pt modelId="{671CF33A-6744-4A6A-8A8F-7522CCDA43EA}" type="pres">
      <dgm:prSet presAssocID="{239C6256-284F-4758-BF6C-8DA7A216FA8E}" presName="connectorText" presStyleLbl="sibTrans2D1" presStyleIdx="0" presStyleCnt="9"/>
      <dgm:spPr/>
    </dgm:pt>
    <dgm:pt modelId="{57BCF355-6EB5-45DD-ADD4-995968A497AC}" type="pres">
      <dgm:prSet presAssocID="{1E506BE7-9DCC-400F-B069-24FA120ECA05}" presName="node" presStyleLbl="node1" presStyleIdx="1" presStyleCnt="9">
        <dgm:presLayoutVars>
          <dgm:bulletEnabled val="1"/>
        </dgm:presLayoutVars>
      </dgm:prSet>
      <dgm:spPr/>
    </dgm:pt>
    <dgm:pt modelId="{1A2DEAE9-7AE2-4A56-9E6A-9C9851598FDA}" type="pres">
      <dgm:prSet presAssocID="{6DD20E18-3F2C-4C3F-A7BA-C231DCD1BB94}" presName="sibTrans" presStyleLbl="sibTrans2D1" presStyleIdx="1" presStyleCnt="9"/>
      <dgm:spPr/>
    </dgm:pt>
    <dgm:pt modelId="{9ECA6AA4-1123-424C-9F19-74D148B2E16A}" type="pres">
      <dgm:prSet presAssocID="{6DD20E18-3F2C-4C3F-A7BA-C231DCD1BB94}" presName="connectorText" presStyleLbl="sibTrans2D1" presStyleIdx="1" presStyleCnt="9"/>
      <dgm:spPr/>
    </dgm:pt>
    <dgm:pt modelId="{60EB5356-B30F-45D2-8E9E-D27403F2B96F}" type="pres">
      <dgm:prSet presAssocID="{3F4E793D-01EF-4E15-B3D5-2F7931E6A2E6}" presName="node" presStyleLbl="node1" presStyleIdx="2" presStyleCnt="9">
        <dgm:presLayoutVars>
          <dgm:bulletEnabled val="1"/>
        </dgm:presLayoutVars>
      </dgm:prSet>
      <dgm:spPr/>
    </dgm:pt>
    <dgm:pt modelId="{44711542-3F34-48A4-811A-24B19A26BB96}" type="pres">
      <dgm:prSet presAssocID="{88EB39A4-9BA1-4C30-877B-ABFB92C954BA}" presName="sibTrans" presStyleLbl="sibTrans2D1" presStyleIdx="2" presStyleCnt="9"/>
      <dgm:spPr/>
    </dgm:pt>
    <dgm:pt modelId="{6CFEB9B9-289C-4F5C-BEAA-FE905710C65A}" type="pres">
      <dgm:prSet presAssocID="{88EB39A4-9BA1-4C30-877B-ABFB92C954BA}" presName="connectorText" presStyleLbl="sibTrans2D1" presStyleIdx="2" presStyleCnt="9"/>
      <dgm:spPr/>
    </dgm:pt>
    <dgm:pt modelId="{E5441CAE-EFA0-43B1-A40D-D2CFAA78EE2E}" type="pres">
      <dgm:prSet presAssocID="{4DDDDB3D-603E-492B-B596-B0F5A16590B6}" presName="node" presStyleLbl="node1" presStyleIdx="3" presStyleCnt="9">
        <dgm:presLayoutVars>
          <dgm:bulletEnabled val="1"/>
        </dgm:presLayoutVars>
      </dgm:prSet>
      <dgm:spPr/>
    </dgm:pt>
    <dgm:pt modelId="{4C17FF81-EDB0-46A8-8283-D16347909F7F}" type="pres">
      <dgm:prSet presAssocID="{E4F7565D-A1C3-4CBC-A1D9-36AC4D67992A}" presName="sibTrans" presStyleLbl="sibTrans2D1" presStyleIdx="3" presStyleCnt="9"/>
      <dgm:spPr/>
    </dgm:pt>
    <dgm:pt modelId="{5C2640A0-8D36-4494-859F-B4E429B5ABE4}" type="pres">
      <dgm:prSet presAssocID="{E4F7565D-A1C3-4CBC-A1D9-36AC4D67992A}" presName="connectorText" presStyleLbl="sibTrans2D1" presStyleIdx="3" presStyleCnt="9"/>
      <dgm:spPr/>
    </dgm:pt>
    <dgm:pt modelId="{B5A17081-D20C-4253-BB81-E5CA4524AE2A}" type="pres">
      <dgm:prSet presAssocID="{58587039-3689-48F2-975B-D8025043D777}" presName="node" presStyleLbl="node1" presStyleIdx="4" presStyleCnt="9">
        <dgm:presLayoutVars>
          <dgm:bulletEnabled val="1"/>
        </dgm:presLayoutVars>
      </dgm:prSet>
      <dgm:spPr/>
    </dgm:pt>
    <dgm:pt modelId="{FE764DA5-6B0F-4DE3-AB81-6EDC39A0FA1A}" type="pres">
      <dgm:prSet presAssocID="{51465528-72D4-4FA7-9F3B-6D2715637D6A}" presName="sibTrans" presStyleLbl="sibTrans2D1" presStyleIdx="4" presStyleCnt="9"/>
      <dgm:spPr/>
    </dgm:pt>
    <dgm:pt modelId="{4018DFED-270F-4629-B0CD-2BB43B1DDE85}" type="pres">
      <dgm:prSet presAssocID="{51465528-72D4-4FA7-9F3B-6D2715637D6A}" presName="connectorText" presStyleLbl="sibTrans2D1" presStyleIdx="4" presStyleCnt="9"/>
      <dgm:spPr/>
    </dgm:pt>
    <dgm:pt modelId="{373B97AE-DEBE-4DCC-8C15-5D0FC0BC3518}" type="pres">
      <dgm:prSet presAssocID="{B2FB5E5C-8C14-47E6-9435-A0691594AFB9}" presName="node" presStyleLbl="node1" presStyleIdx="5" presStyleCnt="9">
        <dgm:presLayoutVars>
          <dgm:bulletEnabled val="1"/>
        </dgm:presLayoutVars>
      </dgm:prSet>
      <dgm:spPr/>
    </dgm:pt>
    <dgm:pt modelId="{3375C550-F264-4333-AFAE-67422A66116C}" type="pres">
      <dgm:prSet presAssocID="{321CDBC4-C4FC-42A9-885F-3940FE11AAD2}" presName="sibTrans" presStyleLbl="sibTrans2D1" presStyleIdx="5" presStyleCnt="9"/>
      <dgm:spPr/>
    </dgm:pt>
    <dgm:pt modelId="{96D47864-42BA-4F8F-B36D-2B40423B4E3F}" type="pres">
      <dgm:prSet presAssocID="{321CDBC4-C4FC-42A9-885F-3940FE11AAD2}" presName="connectorText" presStyleLbl="sibTrans2D1" presStyleIdx="5" presStyleCnt="9"/>
      <dgm:spPr/>
    </dgm:pt>
    <dgm:pt modelId="{0CC108C2-61CA-4D3B-8037-4457D1A24F62}" type="pres">
      <dgm:prSet presAssocID="{A5B21394-5F47-4D87-9B4E-6F31A337ABC4}" presName="node" presStyleLbl="node1" presStyleIdx="6" presStyleCnt="9">
        <dgm:presLayoutVars>
          <dgm:bulletEnabled val="1"/>
        </dgm:presLayoutVars>
      </dgm:prSet>
      <dgm:spPr/>
    </dgm:pt>
    <dgm:pt modelId="{8AE37B7E-FB89-4685-A1A5-F645B1B18DB3}" type="pres">
      <dgm:prSet presAssocID="{9FDB852F-723F-4480-A2CE-1F13AE2541B5}" presName="sibTrans" presStyleLbl="sibTrans2D1" presStyleIdx="6" presStyleCnt="9"/>
      <dgm:spPr/>
    </dgm:pt>
    <dgm:pt modelId="{4F12C755-B1B8-4F27-9BF5-F95306A84F5B}" type="pres">
      <dgm:prSet presAssocID="{9FDB852F-723F-4480-A2CE-1F13AE2541B5}" presName="connectorText" presStyleLbl="sibTrans2D1" presStyleIdx="6" presStyleCnt="9"/>
      <dgm:spPr/>
    </dgm:pt>
    <dgm:pt modelId="{1A90A978-7894-4A7F-A743-EC799BC6D9A7}" type="pres">
      <dgm:prSet presAssocID="{043B32A3-3E3A-402D-BC2D-AE45941AA847}" presName="node" presStyleLbl="node1" presStyleIdx="7" presStyleCnt="9">
        <dgm:presLayoutVars>
          <dgm:bulletEnabled val="1"/>
        </dgm:presLayoutVars>
      </dgm:prSet>
      <dgm:spPr/>
    </dgm:pt>
    <dgm:pt modelId="{7F072386-52CA-43BC-9636-57D5ECC07CEE}" type="pres">
      <dgm:prSet presAssocID="{A634E693-3809-4A0A-8CFD-7C1B533EC1C4}" presName="sibTrans" presStyleLbl="sibTrans2D1" presStyleIdx="7" presStyleCnt="9"/>
      <dgm:spPr/>
    </dgm:pt>
    <dgm:pt modelId="{A2835352-2F49-44CC-87ED-4A673BA0F5A9}" type="pres">
      <dgm:prSet presAssocID="{A634E693-3809-4A0A-8CFD-7C1B533EC1C4}" presName="connectorText" presStyleLbl="sibTrans2D1" presStyleIdx="7" presStyleCnt="9"/>
      <dgm:spPr/>
    </dgm:pt>
    <dgm:pt modelId="{38D19CB0-5255-4B82-A3DA-D53042CA277E}" type="pres">
      <dgm:prSet presAssocID="{4DEFCAF3-0085-4993-9119-51D72405C1CB}" presName="node" presStyleLbl="node1" presStyleIdx="8" presStyleCnt="9">
        <dgm:presLayoutVars>
          <dgm:bulletEnabled val="1"/>
        </dgm:presLayoutVars>
      </dgm:prSet>
      <dgm:spPr/>
    </dgm:pt>
    <dgm:pt modelId="{E519A2BA-537F-4A08-8882-A9ABE4C7AEBE}" type="pres">
      <dgm:prSet presAssocID="{8B920DEC-4EE6-4910-9B38-52B40F51C9E9}" presName="sibTrans" presStyleLbl="sibTrans2D1" presStyleIdx="8" presStyleCnt="9"/>
      <dgm:spPr/>
    </dgm:pt>
    <dgm:pt modelId="{6DD57AF5-13E0-4AB0-9591-4D38979FB2A0}" type="pres">
      <dgm:prSet presAssocID="{8B920DEC-4EE6-4910-9B38-52B40F51C9E9}" presName="connectorText" presStyleLbl="sibTrans2D1" presStyleIdx="8" presStyleCnt="9"/>
      <dgm:spPr/>
    </dgm:pt>
  </dgm:ptLst>
  <dgm:cxnLst>
    <dgm:cxn modelId="{610F2002-52A4-48D9-8D02-587AAD806E00}" type="presOf" srcId="{8B920DEC-4EE6-4910-9B38-52B40F51C9E9}" destId="{E519A2BA-537F-4A08-8882-A9ABE4C7AEBE}" srcOrd="0" destOrd="0" presId="urn:microsoft.com/office/officeart/2005/8/layout/cycle2"/>
    <dgm:cxn modelId="{C5E9C413-BA62-436D-9A9B-8E2C6BF23165}" type="presOf" srcId="{51465528-72D4-4FA7-9F3B-6D2715637D6A}" destId="{FE764DA5-6B0F-4DE3-AB81-6EDC39A0FA1A}" srcOrd="0" destOrd="0" presId="urn:microsoft.com/office/officeart/2005/8/layout/cycle2"/>
    <dgm:cxn modelId="{B5585816-2859-49A7-A20C-707E1D17AEE8}" type="presOf" srcId="{B2FB5E5C-8C14-47E6-9435-A0691594AFB9}" destId="{373B97AE-DEBE-4DCC-8C15-5D0FC0BC3518}" srcOrd="0" destOrd="0" presId="urn:microsoft.com/office/officeart/2005/8/layout/cycle2"/>
    <dgm:cxn modelId="{71206F26-E70A-45EE-A1C4-57ACEAA05E3E}" srcId="{7FF0F949-801B-416C-8C04-E002E6E5584D}" destId="{043B32A3-3E3A-402D-BC2D-AE45941AA847}" srcOrd="7" destOrd="0" parTransId="{EBDC0D29-102A-43B3-BACB-43848E9EADB0}" sibTransId="{A634E693-3809-4A0A-8CFD-7C1B533EC1C4}"/>
    <dgm:cxn modelId="{D0B81E33-FEA3-4D8C-A90F-84C41ED2ED94}" type="presOf" srcId="{3F4E793D-01EF-4E15-B3D5-2F7931E6A2E6}" destId="{60EB5356-B30F-45D2-8E9E-D27403F2B96F}" srcOrd="0" destOrd="0" presId="urn:microsoft.com/office/officeart/2005/8/layout/cycle2"/>
    <dgm:cxn modelId="{90AA1837-F6D8-42C9-B5E4-8A4DD5B1B0DD}" type="presOf" srcId="{6DD20E18-3F2C-4C3F-A7BA-C231DCD1BB94}" destId="{9ECA6AA4-1123-424C-9F19-74D148B2E16A}" srcOrd="1" destOrd="0" presId="urn:microsoft.com/office/officeart/2005/8/layout/cycle2"/>
    <dgm:cxn modelId="{E6EC7366-C527-4AA0-8215-87A6D351EBB1}" type="presOf" srcId="{7FF0F949-801B-416C-8C04-E002E6E5584D}" destId="{04A8125C-F1A9-4068-ACCA-56BD2E3B5742}" srcOrd="0" destOrd="0" presId="urn:microsoft.com/office/officeart/2005/8/layout/cycle2"/>
    <dgm:cxn modelId="{A51E076A-0B9C-4F69-B2C8-91CBD2EEA9DB}" srcId="{7FF0F949-801B-416C-8C04-E002E6E5584D}" destId="{A11D5B33-D406-4214-9E42-B2F226EC396B}" srcOrd="0" destOrd="0" parTransId="{99A19203-1AAA-4E05-9F68-781F4356FFD8}" sibTransId="{239C6256-284F-4758-BF6C-8DA7A216FA8E}"/>
    <dgm:cxn modelId="{60F6B04A-8B1C-405B-807B-AEDA961C96A3}" type="presOf" srcId="{1E506BE7-9DCC-400F-B069-24FA120ECA05}" destId="{57BCF355-6EB5-45DD-ADD4-995968A497AC}" srcOrd="0" destOrd="0" presId="urn:microsoft.com/office/officeart/2005/8/layout/cycle2"/>
    <dgm:cxn modelId="{0FBE576F-47D3-4DAF-A82D-DAEAEADCB4FC}" type="presOf" srcId="{A11D5B33-D406-4214-9E42-B2F226EC396B}" destId="{170E269C-C5EE-47CC-8EDF-A074E14D190B}" srcOrd="0" destOrd="0" presId="urn:microsoft.com/office/officeart/2005/8/layout/cycle2"/>
    <dgm:cxn modelId="{7E32EE88-8251-4F6D-B9B7-D49F565D640D}" type="presOf" srcId="{A634E693-3809-4A0A-8CFD-7C1B533EC1C4}" destId="{A2835352-2F49-44CC-87ED-4A673BA0F5A9}" srcOrd="1" destOrd="0" presId="urn:microsoft.com/office/officeart/2005/8/layout/cycle2"/>
    <dgm:cxn modelId="{A1F3288F-8A2E-4206-9AC7-C6E727CF03A6}" type="presOf" srcId="{E4F7565D-A1C3-4CBC-A1D9-36AC4D67992A}" destId="{5C2640A0-8D36-4494-859F-B4E429B5ABE4}" srcOrd="1" destOrd="0" presId="urn:microsoft.com/office/officeart/2005/8/layout/cycle2"/>
    <dgm:cxn modelId="{EB10F090-A8A3-4946-887B-52C9557D65CB}" type="presOf" srcId="{4DDDDB3D-603E-492B-B596-B0F5A16590B6}" destId="{E5441CAE-EFA0-43B1-A40D-D2CFAA78EE2E}" srcOrd="0" destOrd="0" presId="urn:microsoft.com/office/officeart/2005/8/layout/cycle2"/>
    <dgm:cxn modelId="{1CEE0191-A900-412B-A002-93F0BACF0A58}" type="presOf" srcId="{9FDB852F-723F-4480-A2CE-1F13AE2541B5}" destId="{4F12C755-B1B8-4F27-9BF5-F95306A84F5B}" srcOrd="1" destOrd="0" presId="urn:microsoft.com/office/officeart/2005/8/layout/cycle2"/>
    <dgm:cxn modelId="{662D5794-95F0-4916-BD2B-08F0B3C60824}" type="presOf" srcId="{A634E693-3809-4A0A-8CFD-7C1B533EC1C4}" destId="{7F072386-52CA-43BC-9636-57D5ECC07CEE}" srcOrd="0" destOrd="0" presId="urn:microsoft.com/office/officeart/2005/8/layout/cycle2"/>
    <dgm:cxn modelId="{1A972096-E4F4-419E-9175-596766DBD924}" type="presOf" srcId="{88EB39A4-9BA1-4C30-877B-ABFB92C954BA}" destId="{44711542-3F34-48A4-811A-24B19A26BB96}" srcOrd="0" destOrd="0" presId="urn:microsoft.com/office/officeart/2005/8/layout/cycle2"/>
    <dgm:cxn modelId="{011393A7-33AA-468D-8652-5149B8A8DA56}" type="presOf" srcId="{E4F7565D-A1C3-4CBC-A1D9-36AC4D67992A}" destId="{4C17FF81-EDB0-46A8-8283-D16347909F7F}" srcOrd="0" destOrd="0" presId="urn:microsoft.com/office/officeart/2005/8/layout/cycle2"/>
    <dgm:cxn modelId="{522B1BB4-CA98-4E7B-9F1D-6693477E5E34}" type="presOf" srcId="{51465528-72D4-4FA7-9F3B-6D2715637D6A}" destId="{4018DFED-270F-4629-B0CD-2BB43B1DDE85}" srcOrd="1" destOrd="0" presId="urn:microsoft.com/office/officeart/2005/8/layout/cycle2"/>
    <dgm:cxn modelId="{C8C336B7-C52A-4D80-A4EA-D647081398A1}" srcId="{7FF0F949-801B-416C-8C04-E002E6E5584D}" destId="{3F4E793D-01EF-4E15-B3D5-2F7931E6A2E6}" srcOrd="2" destOrd="0" parTransId="{34EFD0D0-9CF2-42E0-B5B3-4C7ACD90F1C1}" sibTransId="{88EB39A4-9BA1-4C30-877B-ABFB92C954BA}"/>
    <dgm:cxn modelId="{B7DD02BD-CB2E-4277-A3D3-D66956B8FF1B}" type="presOf" srcId="{4DEFCAF3-0085-4993-9119-51D72405C1CB}" destId="{38D19CB0-5255-4B82-A3DA-D53042CA277E}" srcOrd="0" destOrd="0" presId="urn:microsoft.com/office/officeart/2005/8/layout/cycle2"/>
    <dgm:cxn modelId="{F5767CBF-434C-4A5F-8548-D2654E0DA6E8}" type="presOf" srcId="{239C6256-284F-4758-BF6C-8DA7A216FA8E}" destId="{E998DC2D-022E-4A31-9FE9-239529B1365B}" srcOrd="0" destOrd="0" presId="urn:microsoft.com/office/officeart/2005/8/layout/cycle2"/>
    <dgm:cxn modelId="{CA8FBEC2-7FFD-431D-8F79-B125AC62BB4B}" type="presOf" srcId="{321CDBC4-C4FC-42A9-885F-3940FE11AAD2}" destId="{96D47864-42BA-4F8F-B36D-2B40423B4E3F}" srcOrd="1" destOrd="0" presId="urn:microsoft.com/office/officeart/2005/8/layout/cycle2"/>
    <dgm:cxn modelId="{376D0DC3-35D9-4A1C-A1E8-7E706D8506E3}" type="presOf" srcId="{A5B21394-5F47-4D87-9B4E-6F31A337ABC4}" destId="{0CC108C2-61CA-4D3B-8037-4457D1A24F62}" srcOrd="0" destOrd="0" presId="urn:microsoft.com/office/officeart/2005/8/layout/cycle2"/>
    <dgm:cxn modelId="{8D0D37CB-933D-4BB7-8167-816314A9C243}" srcId="{7FF0F949-801B-416C-8C04-E002E6E5584D}" destId="{4DDDDB3D-603E-492B-B596-B0F5A16590B6}" srcOrd="3" destOrd="0" parTransId="{3E0FE2F8-6321-4BBB-B03E-F91D71497A6E}" sibTransId="{E4F7565D-A1C3-4CBC-A1D9-36AC4D67992A}"/>
    <dgm:cxn modelId="{AC419ACD-EB3E-44D3-AE89-9CD2D7A46892}" srcId="{7FF0F949-801B-416C-8C04-E002E6E5584D}" destId="{A5B21394-5F47-4D87-9B4E-6F31A337ABC4}" srcOrd="6" destOrd="0" parTransId="{0A6B3B27-D2F4-4498-B1EB-17B54A71B06B}" sibTransId="{9FDB852F-723F-4480-A2CE-1F13AE2541B5}"/>
    <dgm:cxn modelId="{86048AD4-9EF1-4114-997D-AED8F3A693D1}" type="presOf" srcId="{321CDBC4-C4FC-42A9-885F-3940FE11AAD2}" destId="{3375C550-F264-4333-AFAE-67422A66116C}" srcOrd="0" destOrd="0" presId="urn:microsoft.com/office/officeart/2005/8/layout/cycle2"/>
    <dgm:cxn modelId="{F331EDD6-5684-4F44-8D7F-D4C93E40F8FB}" type="presOf" srcId="{043B32A3-3E3A-402D-BC2D-AE45941AA847}" destId="{1A90A978-7894-4A7F-A743-EC799BC6D9A7}" srcOrd="0" destOrd="0" presId="urn:microsoft.com/office/officeart/2005/8/layout/cycle2"/>
    <dgm:cxn modelId="{2C01A3DA-0F14-4297-AC49-5405FE635998}" type="presOf" srcId="{8B920DEC-4EE6-4910-9B38-52B40F51C9E9}" destId="{6DD57AF5-13E0-4AB0-9591-4D38979FB2A0}" srcOrd="1" destOrd="0" presId="urn:microsoft.com/office/officeart/2005/8/layout/cycle2"/>
    <dgm:cxn modelId="{76449EDD-E7E6-4E55-B5FC-8F32C700AEF6}" srcId="{7FF0F949-801B-416C-8C04-E002E6E5584D}" destId="{58587039-3689-48F2-975B-D8025043D777}" srcOrd="4" destOrd="0" parTransId="{E4D8DCE8-C3E7-46EA-A6B2-2A63AAEF1B7E}" sibTransId="{51465528-72D4-4FA7-9F3B-6D2715637D6A}"/>
    <dgm:cxn modelId="{C5E021DF-93A2-484F-9678-0A145E94DC1C}" srcId="{7FF0F949-801B-416C-8C04-E002E6E5584D}" destId="{4DEFCAF3-0085-4993-9119-51D72405C1CB}" srcOrd="8" destOrd="0" parTransId="{0AA9B80E-4BA6-4F68-8270-3BD316A892C7}" sibTransId="{8B920DEC-4EE6-4910-9B38-52B40F51C9E9}"/>
    <dgm:cxn modelId="{860405EC-D73C-486D-B067-7D26BC455AD5}" srcId="{7FF0F949-801B-416C-8C04-E002E6E5584D}" destId="{1E506BE7-9DCC-400F-B069-24FA120ECA05}" srcOrd="1" destOrd="0" parTransId="{E72C8FC7-4F9B-41BB-8FEB-41BC44B74D78}" sibTransId="{6DD20E18-3F2C-4C3F-A7BA-C231DCD1BB94}"/>
    <dgm:cxn modelId="{F0A3A2F0-DB4C-40C7-8E98-A784193C570F}" type="presOf" srcId="{9FDB852F-723F-4480-A2CE-1F13AE2541B5}" destId="{8AE37B7E-FB89-4685-A1A5-F645B1B18DB3}" srcOrd="0" destOrd="0" presId="urn:microsoft.com/office/officeart/2005/8/layout/cycle2"/>
    <dgm:cxn modelId="{DEC240F1-A7F2-4D12-96A9-0B5F3D061A09}" type="presOf" srcId="{6DD20E18-3F2C-4C3F-A7BA-C231DCD1BB94}" destId="{1A2DEAE9-7AE2-4A56-9E6A-9C9851598FDA}" srcOrd="0" destOrd="0" presId="urn:microsoft.com/office/officeart/2005/8/layout/cycle2"/>
    <dgm:cxn modelId="{0D8BFEF5-1DE1-4189-A4E7-D6198FD69A29}" type="presOf" srcId="{88EB39A4-9BA1-4C30-877B-ABFB92C954BA}" destId="{6CFEB9B9-289C-4F5C-BEAA-FE905710C65A}" srcOrd="1" destOrd="0" presId="urn:microsoft.com/office/officeart/2005/8/layout/cycle2"/>
    <dgm:cxn modelId="{5FF131F7-EF6A-4650-A376-8A2295245517}" srcId="{7FF0F949-801B-416C-8C04-E002E6E5584D}" destId="{B2FB5E5C-8C14-47E6-9435-A0691594AFB9}" srcOrd="5" destOrd="0" parTransId="{E77FB8CA-6078-4490-8A6F-DF9E5AB3F36E}" sibTransId="{321CDBC4-C4FC-42A9-885F-3940FE11AAD2}"/>
    <dgm:cxn modelId="{EFD3BFF9-FC46-4507-8514-D9930332B483}" type="presOf" srcId="{58587039-3689-48F2-975B-D8025043D777}" destId="{B5A17081-D20C-4253-BB81-E5CA4524AE2A}" srcOrd="0" destOrd="0" presId="urn:microsoft.com/office/officeart/2005/8/layout/cycle2"/>
    <dgm:cxn modelId="{49282DFA-3273-4823-87A7-E276FB8B68BC}" type="presOf" srcId="{239C6256-284F-4758-BF6C-8DA7A216FA8E}" destId="{671CF33A-6744-4A6A-8A8F-7522CCDA43EA}" srcOrd="1" destOrd="0" presId="urn:microsoft.com/office/officeart/2005/8/layout/cycle2"/>
    <dgm:cxn modelId="{A0A361F7-7A3D-47BF-8674-EBF7C0299F42}" type="presParOf" srcId="{04A8125C-F1A9-4068-ACCA-56BD2E3B5742}" destId="{170E269C-C5EE-47CC-8EDF-A074E14D190B}" srcOrd="0" destOrd="0" presId="urn:microsoft.com/office/officeart/2005/8/layout/cycle2"/>
    <dgm:cxn modelId="{D1E6FCFD-7F10-4184-B332-E3E81687406D}" type="presParOf" srcId="{04A8125C-F1A9-4068-ACCA-56BD2E3B5742}" destId="{E998DC2D-022E-4A31-9FE9-239529B1365B}" srcOrd="1" destOrd="0" presId="urn:microsoft.com/office/officeart/2005/8/layout/cycle2"/>
    <dgm:cxn modelId="{554D5FF1-7F41-42F8-9324-05411F855D9F}" type="presParOf" srcId="{E998DC2D-022E-4A31-9FE9-239529B1365B}" destId="{671CF33A-6744-4A6A-8A8F-7522CCDA43EA}" srcOrd="0" destOrd="0" presId="urn:microsoft.com/office/officeart/2005/8/layout/cycle2"/>
    <dgm:cxn modelId="{E2128CDA-455A-4F9A-AB21-00DA688F8F08}" type="presParOf" srcId="{04A8125C-F1A9-4068-ACCA-56BD2E3B5742}" destId="{57BCF355-6EB5-45DD-ADD4-995968A497AC}" srcOrd="2" destOrd="0" presId="urn:microsoft.com/office/officeart/2005/8/layout/cycle2"/>
    <dgm:cxn modelId="{7C20CB14-4260-4BE3-B0EE-EFF7E474196F}" type="presParOf" srcId="{04A8125C-F1A9-4068-ACCA-56BD2E3B5742}" destId="{1A2DEAE9-7AE2-4A56-9E6A-9C9851598FDA}" srcOrd="3" destOrd="0" presId="urn:microsoft.com/office/officeart/2005/8/layout/cycle2"/>
    <dgm:cxn modelId="{E6E100FF-EE9B-4679-A9A8-762DE35DC6D7}" type="presParOf" srcId="{1A2DEAE9-7AE2-4A56-9E6A-9C9851598FDA}" destId="{9ECA6AA4-1123-424C-9F19-74D148B2E16A}" srcOrd="0" destOrd="0" presId="urn:microsoft.com/office/officeart/2005/8/layout/cycle2"/>
    <dgm:cxn modelId="{1131698A-00B7-4A16-8C28-D037231CC3ED}" type="presParOf" srcId="{04A8125C-F1A9-4068-ACCA-56BD2E3B5742}" destId="{60EB5356-B30F-45D2-8E9E-D27403F2B96F}" srcOrd="4" destOrd="0" presId="urn:microsoft.com/office/officeart/2005/8/layout/cycle2"/>
    <dgm:cxn modelId="{25786D67-2779-45C0-A8CF-CAB17DC870E7}" type="presParOf" srcId="{04A8125C-F1A9-4068-ACCA-56BD2E3B5742}" destId="{44711542-3F34-48A4-811A-24B19A26BB96}" srcOrd="5" destOrd="0" presId="urn:microsoft.com/office/officeart/2005/8/layout/cycle2"/>
    <dgm:cxn modelId="{C64093D3-81EE-4385-8485-99E97CF6BD98}" type="presParOf" srcId="{44711542-3F34-48A4-811A-24B19A26BB96}" destId="{6CFEB9B9-289C-4F5C-BEAA-FE905710C65A}" srcOrd="0" destOrd="0" presId="urn:microsoft.com/office/officeart/2005/8/layout/cycle2"/>
    <dgm:cxn modelId="{0431F5D6-B313-4542-8AAC-09B34607697C}" type="presParOf" srcId="{04A8125C-F1A9-4068-ACCA-56BD2E3B5742}" destId="{E5441CAE-EFA0-43B1-A40D-D2CFAA78EE2E}" srcOrd="6" destOrd="0" presId="urn:microsoft.com/office/officeart/2005/8/layout/cycle2"/>
    <dgm:cxn modelId="{AC940899-AC58-42C7-800B-4D4AABF5D802}" type="presParOf" srcId="{04A8125C-F1A9-4068-ACCA-56BD2E3B5742}" destId="{4C17FF81-EDB0-46A8-8283-D16347909F7F}" srcOrd="7" destOrd="0" presId="urn:microsoft.com/office/officeart/2005/8/layout/cycle2"/>
    <dgm:cxn modelId="{39FF6B9E-5C0E-41BA-9E8A-A3C3B7999C0B}" type="presParOf" srcId="{4C17FF81-EDB0-46A8-8283-D16347909F7F}" destId="{5C2640A0-8D36-4494-859F-B4E429B5ABE4}" srcOrd="0" destOrd="0" presId="urn:microsoft.com/office/officeart/2005/8/layout/cycle2"/>
    <dgm:cxn modelId="{AA5457AF-2AAA-43F4-81AE-DFD9CAD149C2}" type="presParOf" srcId="{04A8125C-F1A9-4068-ACCA-56BD2E3B5742}" destId="{B5A17081-D20C-4253-BB81-E5CA4524AE2A}" srcOrd="8" destOrd="0" presId="urn:microsoft.com/office/officeart/2005/8/layout/cycle2"/>
    <dgm:cxn modelId="{556776B5-A713-44EB-8A2F-12A7A750B261}" type="presParOf" srcId="{04A8125C-F1A9-4068-ACCA-56BD2E3B5742}" destId="{FE764DA5-6B0F-4DE3-AB81-6EDC39A0FA1A}" srcOrd="9" destOrd="0" presId="urn:microsoft.com/office/officeart/2005/8/layout/cycle2"/>
    <dgm:cxn modelId="{403B7D81-60D7-4A9A-A453-C549EC20CF60}" type="presParOf" srcId="{FE764DA5-6B0F-4DE3-AB81-6EDC39A0FA1A}" destId="{4018DFED-270F-4629-B0CD-2BB43B1DDE85}" srcOrd="0" destOrd="0" presId="urn:microsoft.com/office/officeart/2005/8/layout/cycle2"/>
    <dgm:cxn modelId="{6B92BD94-B466-46E8-BC0A-441D58CD5E05}" type="presParOf" srcId="{04A8125C-F1A9-4068-ACCA-56BD2E3B5742}" destId="{373B97AE-DEBE-4DCC-8C15-5D0FC0BC3518}" srcOrd="10" destOrd="0" presId="urn:microsoft.com/office/officeart/2005/8/layout/cycle2"/>
    <dgm:cxn modelId="{56B50C5E-FA74-4E86-B786-086A554C4F66}" type="presParOf" srcId="{04A8125C-F1A9-4068-ACCA-56BD2E3B5742}" destId="{3375C550-F264-4333-AFAE-67422A66116C}" srcOrd="11" destOrd="0" presId="urn:microsoft.com/office/officeart/2005/8/layout/cycle2"/>
    <dgm:cxn modelId="{9AF4EB77-08C4-43B7-92F0-FD53019E60B4}" type="presParOf" srcId="{3375C550-F264-4333-AFAE-67422A66116C}" destId="{96D47864-42BA-4F8F-B36D-2B40423B4E3F}" srcOrd="0" destOrd="0" presId="urn:microsoft.com/office/officeart/2005/8/layout/cycle2"/>
    <dgm:cxn modelId="{603364B6-B93B-448B-82DC-7221BE679C20}" type="presParOf" srcId="{04A8125C-F1A9-4068-ACCA-56BD2E3B5742}" destId="{0CC108C2-61CA-4D3B-8037-4457D1A24F62}" srcOrd="12" destOrd="0" presId="urn:microsoft.com/office/officeart/2005/8/layout/cycle2"/>
    <dgm:cxn modelId="{A6B4A2F5-CF2F-47D6-9D99-500B34DAB0B2}" type="presParOf" srcId="{04A8125C-F1A9-4068-ACCA-56BD2E3B5742}" destId="{8AE37B7E-FB89-4685-A1A5-F645B1B18DB3}" srcOrd="13" destOrd="0" presId="urn:microsoft.com/office/officeart/2005/8/layout/cycle2"/>
    <dgm:cxn modelId="{06DF0A95-1111-4CAC-8DC7-7F419E3655C9}" type="presParOf" srcId="{8AE37B7E-FB89-4685-A1A5-F645B1B18DB3}" destId="{4F12C755-B1B8-4F27-9BF5-F95306A84F5B}" srcOrd="0" destOrd="0" presId="urn:microsoft.com/office/officeart/2005/8/layout/cycle2"/>
    <dgm:cxn modelId="{46455989-2AE1-4317-9FEC-0387A9AE4A08}" type="presParOf" srcId="{04A8125C-F1A9-4068-ACCA-56BD2E3B5742}" destId="{1A90A978-7894-4A7F-A743-EC799BC6D9A7}" srcOrd="14" destOrd="0" presId="urn:microsoft.com/office/officeart/2005/8/layout/cycle2"/>
    <dgm:cxn modelId="{BDE175EA-8DA8-432C-BFBE-884252F03EC5}" type="presParOf" srcId="{04A8125C-F1A9-4068-ACCA-56BD2E3B5742}" destId="{7F072386-52CA-43BC-9636-57D5ECC07CEE}" srcOrd="15" destOrd="0" presId="urn:microsoft.com/office/officeart/2005/8/layout/cycle2"/>
    <dgm:cxn modelId="{E107ACD6-C05E-44C8-9A66-87EE21E71519}" type="presParOf" srcId="{7F072386-52CA-43BC-9636-57D5ECC07CEE}" destId="{A2835352-2F49-44CC-87ED-4A673BA0F5A9}" srcOrd="0" destOrd="0" presId="urn:microsoft.com/office/officeart/2005/8/layout/cycle2"/>
    <dgm:cxn modelId="{6D7E9BB6-330B-4E0D-81E1-B9B5AED6FAF7}" type="presParOf" srcId="{04A8125C-F1A9-4068-ACCA-56BD2E3B5742}" destId="{38D19CB0-5255-4B82-A3DA-D53042CA277E}" srcOrd="16" destOrd="0" presId="urn:microsoft.com/office/officeart/2005/8/layout/cycle2"/>
    <dgm:cxn modelId="{2DDC1B00-C30D-49A4-968B-B52CA43E562F}" type="presParOf" srcId="{04A8125C-F1A9-4068-ACCA-56BD2E3B5742}" destId="{E519A2BA-537F-4A08-8882-A9ABE4C7AEBE}" srcOrd="17" destOrd="0" presId="urn:microsoft.com/office/officeart/2005/8/layout/cycle2"/>
    <dgm:cxn modelId="{13680E8F-F7D9-40FE-81D7-0EA8D1E4EFD9}" type="presParOf" srcId="{E519A2BA-537F-4A08-8882-A9ABE4C7AEBE}" destId="{6DD57AF5-13E0-4AB0-9591-4D38979FB2A0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45729E6-3EA8-426D-B094-996423BC921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58EC9E1-C975-4A6B-8B63-579664CDE40C}">
      <dgm:prSet/>
      <dgm:spPr/>
      <dgm:t>
        <a:bodyPr/>
        <a:lstStyle/>
        <a:p>
          <a:r>
            <a:rPr lang="en-US"/>
            <a:t>Real-time player selection and filtering</a:t>
          </a:r>
        </a:p>
      </dgm:t>
    </dgm:pt>
    <dgm:pt modelId="{A9BE3EF9-7190-4543-A141-4DEEC7B88340}" type="parTrans" cxnId="{79A36B73-F3E3-49DA-981E-BB8AC3E8A766}">
      <dgm:prSet/>
      <dgm:spPr/>
      <dgm:t>
        <a:bodyPr/>
        <a:lstStyle/>
        <a:p>
          <a:endParaRPr lang="en-US"/>
        </a:p>
      </dgm:t>
    </dgm:pt>
    <dgm:pt modelId="{40EF97F9-FD1B-49DF-8462-7F9B95993BCC}" type="sibTrans" cxnId="{79A36B73-F3E3-49DA-981E-BB8AC3E8A766}">
      <dgm:prSet/>
      <dgm:spPr/>
      <dgm:t>
        <a:bodyPr/>
        <a:lstStyle/>
        <a:p>
          <a:endParaRPr lang="en-US"/>
        </a:p>
      </dgm:t>
    </dgm:pt>
    <dgm:pt modelId="{1DCCB488-F3AE-4D08-AED4-E3F92C8AD54E}">
      <dgm:prSet/>
      <dgm:spPr/>
      <dgm:t>
        <a:bodyPr/>
        <a:lstStyle/>
        <a:p>
          <a:r>
            <a:rPr lang="en-US"/>
            <a:t>30+ interactive visualizations (Plotly charts)</a:t>
          </a:r>
        </a:p>
      </dgm:t>
    </dgm:pt>
    <dgm:pt modelId="{69CBDFEF-60A3-4E48-9634-0FBD3704944B}" type="parTrans" cxnId="{54AEDC21-AC07-451D-90AE-5A58AB3CD965}">
      <dgm:prSet/>
      <dgm:spPr/>
      <dgm:t>
        <a:bodyPr/>
        <a:lstStyle/>
        <a:p>
          <a:endParaRPr lang="en-US"/>
        </a:p>
      </dgm:t>
    </dgm:pt>
    <dgm:pt modelId="{AF98FF42-A2F7-4E88-AB29-C63CA4D89F12}" type="sibTrans" cxnId="{54AEDC21-AC07-451D-90AE-5A58AB3CD965}">
      <dgm:prSet/>
      <dgm:spPr/>
      <dgm:t>
        <a:bodyPr/>
        <a:lstStyle/>
        <a:p>
          <a:endParaRPr lang="en-US"/>
        </a:p>
      </dgm:t>
    </dgm:pt>
    <dgm:pt modelId="{45181687-0218-4C43-A1CB-A566B6EB0E56}">
      <dgm:prSet/>
      <dgm:spPr/>
      <dgm:t>
        <a:bodyPr/>
        <a:lstStyle/>
        <a:p>
          <a:r>
            <a:rPr lang="en-US"/>
            <a:t>Multi-model AI predictions (LSTM, XGBoost, Ensemble)</a:t>
          </a:r>
        </a:p>
      </dgm:t>
    </dgm:pt>
    <dgm:pt modelId="{71459B45-9FF2-4595-81BC-A7DC3042B2B6}" type="parTrans" cxnId="{58B2E549-84A7-4292-8310-D493ED2CC700}">
      <dgm:prSet/>
      <dgm:spPr/>
      <dgm:t>
        <a:bodyPr/>
        <a:lstStyle/>
        <a:p>
          <a:endParaRPr lang="en-US"/>
        </a:p>
      </dgm:t>
    </dgm:pt>
    <dgm:pt modelId="{D489E764-454A-4426-A7F8-478C7D616884}" type="sibTrans" cxnId="{58B2E549-84A7-4292-8310-D493ED2CC700}">
      <dgm:prSet/>
      <dgm:spPr/>
      <dgm:t>
        <a:bodyPr/>
        <a:lstStyle/>
        <a:p>
          <a:endParaRPr lang="en-US"/>
        </a:p>
      </dgm:t>
    </dgm:pt>
    <dgm:pt modelId="{3ED89364-ED66-4F8A-98F3-67D6E1A9C8D6}">
      <dgm:prSet/>
      <dgm:spPr/>
      <dgm:t>
        <a:bodyPr/>
        <a:lstStyle/>
        <a:p>
          <a:r>
            <a:rPr lang="en-US"/>
            <a:t>Sentiment analysis integration (positive/negative/neutral)</a:t>
          </a:r>
        </a:p>
      </dgm:t>
    </dgm:pt>
    <dgm:pt modelId="{EF0CB470-999C-47D7-96D4-B45F5877A132}" type="parTrans" cxnId="{11F11BC1-7750-4216-ACD5-9CD44B6B7B9C}">
      <dgm:prSet/>
      <dgm:spPr/>
      <dgm:t>
        <a:bodyPr/>
        <a:lstStyle/>
        <a:p>
          <a:endParaRPr lang="en-US"/>
        </a:p>
      </dgm:t>
    </dgm:pt>
    <dgm:pt modelId="{0E6F98CF-9384-4CCC-847D-97D266BBF25D}" type="sibTrans" cxnId="{11F11BC1-7750-4216-ACD5-9CD44B6B7B9C}">
      <dgm:prSet/>
      <dgm:spPr/>
      <dgm:t>
        <a:bodyPr/>
        <a:lstStyle/>
        <a:p>
          <a:endParaRPr lang="en-US"/>
        </a:p>
      </dgm:t>
    </dgm:pt>
    <dgm:pt modelId="{0DCCBD79-DB6B-4AEE-8DB6-35A094D3881C}">
      <dgm:prSet/>
      <dgm:spPr/>
      <dgm:t>
        <a:bodyPr/>
        <a:lstStyle/>
        <a:p>
          <a:r>
            <a:rPr lang="en-US"/>
            <a:t>Performance metrics tracking (goals, assists, efficiency)</a:t>
          </a:r>
        </a:p>
      </dgm:t>
    </dgm:pt>
    <dgm:pt modelId="{41F89CD0-9681-4EE7-9863-738E46A39B73}" type="parTrans" cxnId="{27B34564-A2E2-45B1-AB4D-7B9EC2AC7304}">
      <dgm:prSet/>
      <dgm:spPr/>
      <dgm:t>
        <a:bodyPr/>
        <a:lstStyle/>
        <a:p>
          <a:endParaRPr lang="en-US"/>
        </a:p>
      </dgm:t>
    </dgm:pt>
    <dgm:pt modelId="{FA7175FC-D30A-467D-B347-2E1856012538}" type="sibTrans" cxnId="{27B34564-A2E2-45B1-AB4D-7B9EC2AC7304}">
      <dgm:prSet/>
      <dgm:spPr/>
      <dgm:t>
        <a:bodyPr/>
        <a:lstStyle/>
        <a:p>
          <a:endParaRPr lang="en-US"/>
        </a:p>
      </dgm:t>
    </dgm:pt>
    <dgm:pt modelId="{DEC72DEC-5573-4B94-ABDD-1E95AA513F03}">
      <dgm:prSet/>
      <dgm:spPr/>
      <dgm:t>
        <a:bodyPr/>
        <a:lstStyle/>
        <a:p>
          <a:r>
            <a:rPr lang="en-US"/>
            <a:t>Historical trend analysis and future forecasting</a:t>
          </a:r>
        </a:p>
      </dgm:t>
    </dgm:pt>
    <dgm:pt modelId="{E15CC63F-49D9-4C40-B6BD-7DC56321146D}" type="parTrans" cxnId="{CA5041DC-25BF-4B16-AB52-78F88435AC9B}">
      <dgm:prSet/>
      <dgm:spPr/>
      <dgm:t>
        <a:bodyPr/>
        <a:lstStyle/>
        <a:p>
          <a:endParaRPr lang="en-US"/>
        </a:p>
      </dgm:t>
    </dgm:pt>
    <dgm:pt modelId="{0D5C473D-DDBA-4FC7-B4EF-5528CC703E7C}" type="sibTrans" cxnId="{CA5041DC-25BF-4B16-AB52-78F88435AC9B}">
      <dgm:prSet/>
      <dgm:spPr/>
      <dgm:t>
        <a:bodyPr/>
        <a:lstStyle/>
        <a:p>
          <a:endParaRPr lang="en-US"/>
        </a:p>
      </dgm:t>
    </dgm:pt>
    <dgm:pt modelId="{84FC90BA-73BA-4315-A276-D416DFF2C34C}">
      <dgm:prSet/>
      <dgm:spPr/>
      <dgm:t>
        <a:bodyPr/>
        <a:lstStyle/>
        <a:p>
          <a:r>
            <a:rPr lang="en-US"/>
            <a:t>Mobile-responsive design for accessibility</a:t>
          </a:r>
        </a:p>
      </dgm:t>
    </dgm:pt>
    <dgm:pt modelId="{0582DB15-8942-4A83-9AA2-5C8071D96139}" type="parTrans" cxnId="{7260473B-63CE-4E64-9C73-6E1B7A00EB6C}">
      <dgm:prSet/>
      <dgm:spPr/>
      <dgm:t>
        <a:bodyPr/>
        <a:lstStyle/>
        <a:p>
          <a:endParaRPr lang="en-US"/>
        </a:p>
      </dgm:t>
    </dgm:pt>
    <dgm:pt modelId="{C148A013-5C27-4BB1-825E-99F5DD5FDAC2}" type="sibTrans" cxnId="{7260473B-63CE-4E64-9C73-6E1B7A00EB6C}">
      <dgm:prSet/>
      <dgm:spPr/>
      <dgm:t>
        <a:bodyPr/>
        <a:lstStyle/>
        <a:p>
          <a:endParaRPr lang="en-US"/>
        </a:p>
      </dgm:t>
    </dgm:pt>
    <dgm:pt modelId="{1129F570-E770-40B1-A748-3FB65285E822}" type="pres">
      <dgm:prSet presAssocID="{E45729E6-3EA8-426D-B094-996423BC921D}" presName="linear" presStyleCnt="0">
        <dgm:presLayoutVars>
          <dgm:animLvl val="lvl"/>
          <dgm:resizeHandles val="exact"/>
        </dgm:presLayoutVars>
      </dgm:prSet>
      <dgm:spPr/>
    </dgm:pt>
    <dgm:pt modelId="{E6CF0CCD-5766-428E-B1A9-56F824243C00}" type="pres">
      <dgm:prSet presAssocID="{458EC9E1-C975-4A6B-8B63-579664CDE40C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272967C6-A023-46A1-B54E-1B4C8EB08D4D}" type="pres">
      <dgm:prSet presAssocID="{40EF97F9-FD1B-49DF-8462-7F9B95993BCC}" presName="spacer" presStyleCnt="0"/>
      <dgm:spPr/>
    </dgm:pt>
    <dgm:pt modelId="{D5A9AC11-75B1-4750-834B-B27DFEFB3DAB}" type="pres">
      <dgm:prSet presAssocID="{1DCCB488-F3AE-4D08-AED4-E3F92C8AD54E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C1EFCF7F-6408-4199-9A05-16E21A58B274}" type="pres">
      <dgm:prSet presAssocID="{AF98FF42-A2F7-4E88-AB29-C63CA4D89F12}" presName="spacer" presStyleCnt="0"/>
      <dgm:spPr/>
    </dgm:pt>
    <dgm:pt modelId="{5AFF8E24-3CBF-47D2-B502-D89FDCCDDF14}" type="pres">
      <dgm:prSet presAssocID="{45181687-0218-4C43-A1CB-A566B6EB0E56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F5DD1E18-638B-4017-AFD0-7127B7AD1728}" type="pres">
      <dgm:prSet presAssocID="{D489E764-454A-4426-A7F8-478C7D616884}" presName="spacer" presStyleCnt="0"/>
      <dgm:spPr/>
    </dgm:pt>
    <dgm:pt modelId="{24C92FF3-6F20-4616-B052-6760A85BC13E}" type="pres">
      <dgm:prSet presAssocID="{3ED89364-ED66-4F8A-98F3-67D6E1A9C8D6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7EE38554-BDA9-428E-AC5D-C3119E491E49}" type="pres">
      <dgm:prSet presAssocID="{0E6F98CF-9384-4CCC-847D-97D266BBF25D}" presName="spacer" presStyleCnt="0"/>
      <dgm:spPr/>
    </dgm:pt>
    <dgm:pt modelId="{9F5C9574-5C91-4D1B-ACD7-703CF37C06E6}" type="pres">
      <dgm:prSet presAssocID="{0DCCBD79-DB6B-4AEE-8DB6-35A094D3881C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0AE6EC9A-36B2-4E76-993D-E093A092DB7E}" type="pres">
      <dgm:prSet presAssocID="{FA7175FC-D30A-467D-B347-2E1856012538}" presName="spacer" presStyleCnt="0"/>
      <dgm:spPr/>
    </dgm:pt>
    <dgm:pt modelId="{BE3779B8-184D-439B-B21F-7BEAB9292D68}" type="pres">
      <dgm:prSet presAssocID="{DEC72DEC-5573-4B94-ABDD-1E95AA513F03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36F0A53-266B-412D-9EEF-AC5B3E521849}" type="pres">
      <dgm:prSet presAssocID="{0D5C473D-DDBA-4FC7-B4EF-5528CC703E7C}" presName="spacer" presStyleCnt="0"/>
      <dgm:spPr/>
    </dgm:pt>
    <dgm:pt modelId="{90F4B1FA-4B20-4B1E-AB63-9FC20A1B6DFB}" type="pres">
      <dgm:prSet presAssocID="{84FC90BA-73BA-4315-A276-D416DFF2C34C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54AEDC21-AC07-451D-90AE-5A58AB3CD965}" srcId="{E45729E6-3EA8-426D-B094-996423BC921D}" destId="{1DCCB488-F3AE-4D08-AED4-E3F92C8AD54E}" srcOrd="1" destOrd="0" parTransId="{69CBDFEF-60A3-4E48-9634-0FBD3704944B}" sibTransId="{AF98FF42-A2F7-4E88-AB29-C63CA4D89F12}"/>
    <dgm:cxn modelId="{7260473B-63CE-4E64-9C73-6E1B7A00EB6C}" srcId="{E45729E6-3EA8-426D-B094-996423BC921D}" destId="{84FC90BA-73BA-4315-A276-D416DFF2C34C}" srcOrd="6" destOrd="0" parTransId="{0582DB15-8942-4A83-9AA2-5C8071D96139}" sibTransId="{C148A013-5C27-4BB1-825E-99F5DD5FDAC2}"/>
    <dgm:cxn modelId="{6040A160-80B1-442B-BC3F-8A924A7E32BA}" type="presOf" srcId="{E45729E6-3EA8-426D-B094-996423BC921D}" destId="{1129F570-E770-40B1-A748-3FB65285E822}" srcOrd="0" destOrd="0" presId="urn:microsoft.com/office/officeart/2005/8/layout/vList2"/>
    <dgm:cxn modelId="{27B34564-A2E2-45B1-AB4D-7B9EC2AC7304}" srcId="{E45729E6-3EA8-426D-B094-996423BC921D}" destId="{0DCCBD79-DB6B-4AEE-8DB6-35A094D3881C}" srcOrd="4" destOrd="0" parTransId="{41F89CD0-9681-4EE7-9863-738E46A39B73}" sibTransId="{FA7175FC-D30A-467D-B347-2E1856012538}"/>
    <dgm:cxn modelId="{58B2E549-84A7-4292-8310-D493ED2CC700}" srcId="{E45729E6-3EA8-426D-B094-996423BC921D}" destId="{45181687-0218-4C43-A1CB-A566B6EB0E56}" srcOrd="2" destOrd="0" parTransId="{71459B45-9FF2-4595-81BC-A7DC3042B2B6}" sibTransId="{D489E764-454A-4426-A7F8-478C7D616884}"/>
    <dgm:cxn modelId="{79A36B73-F3E3-49DA-981E-BB8AC3E8A766}" srcId="{E45729E6-3EA8-426D-B094-996423BC921D}" destId="{458EC9E1-C975-4A6B-8B63-579664CDE40C}" srcOrd="0" destOrd="0" parTransId="{A9BE3EF9-7190-4543-A141-4DEEC7B88340}" sibTransId="{40EF97F9-FD1B-49DF-8462-7F9B95993BCC}"/>
    <dgm:cxn modelId="{61E41254-3F4D-4BEA-BCD9-2B20D043CB2E}" type="presOf" srcId="{1DCCB488-F3AE-4D08-AED4-E3F92C8AD54E}" destId="{D5A9AC11-75B1-4750-834B-B27DFEFB3DAB}" srcOrd="0" destOrd="0" presId="urn:microsoft.com/office/officeart/2005/8/layout/vList2"/>
    <dgm:cxn modelId="{634F3A82-93EE-4212-820B-10BCE27EAC26}" type="presOf" srcId="{0DCCBD79-DB6B-4AEE-8DB6-35A094D3881C}" destId="{9F5C9574-5C91-4D1B-ACD7-703CF37C06E6}" srcOrd="0" destOrd="0" presId="urn:microsoft.com/office/officeart/2005/8/layout/vList2"/>
    <dgm:cxn modelId="{7A8AFCA4-ED1E-4962-AFFA-100876CC99A8}" type="presOf" srcId="{45181687-0218-4C43-A1CB-A566B6EB0E56}" destId="{5AFF8E24-3CBF-47D2-B502-D89FDCCDDF14}" srcOrd="0" destOrd="0" presId="urn:microsoft.com/office/officeart/2005/8/layout/vList2"/>
    <dgm:cxn modelId="{C72702B0-4A04-4E02-98F0-9A96D56B91D7}" type="presOf" srcId="{DEC72DEC-5573-4B94-ABDD-1E95AA513F03}" destId="{BE3779B8-184D-439B-B21F-7BEAB9292D68}" srcOrd="0" destOrd="0" presId="urn:microsoft.com/office/officeart/2005/8/layout/vList2"/>
    <dgm:cxn modelId="{11F11BC1-7750-4216-ACD5-9CD44B6B7B9C}" srcId="{E45729E6-3EA8-426D-B094-996423BC921D}" destId="{3ED89364-ED66-4F8A-98F3-67D6E1A9C8D6}" srcOrd="3" destOrd="0" parTransId="{EF0CB470-999C-47D7-96D4-B45F5877A132}" sibTransId="{0E6F98CF-9384-4CCC-847D-97D266BBF25D}"/>
    <dgm:cxn modelId="{AE8153C3-1D6F-4427-8807-BB1DBEE9C0F3}" type="presOf" srcId="{458EC9E1-C975-4A6B-8B63-579664CDE40C}" destId="{E6CF0CCD-5766-428E-B1A9-56F824243C00}" srcOrd="0" destOrd="0" presId="urn:microsoft.com/office/officeart/2005/8/layout/vList2"/>
    <dgm:cxn modelId="{E86B97D5-1391-42A7-8CFE-4BFEB1F6ABE8}" type="presOf" srcId="{84FC90BA-73BA-4315-A276-D416DFF2C34C}" destId="{90F4B1FA-4B20-4B1E-AB63-9FC20A1B6DFB}" srcOrd="0" destOrd="0" presId="urn:microsoft.com/office/officeart/2005/8/layout/vList2"/>
    <dgm:cxn modelId="{CA5041DC-25BF-4B16-AB52-78F88435AC9B}" srcId="{E45729E6-3EA8-426D-B094-996423BC921D}" destId="{DEC72DEC-5573-4B94-ABDD-1E95AA513F03}" srcOrd="5" destOrd="0" parTransId="{E15CC63F-49D9-4C40-B6BD-7DC56321146D}" sibTransId="{0D5C473D-DDBA-4FC7-B4EF-5528CC703E7C}"/>
    <dgm:cxn modelId="{8AD514E8-87E6-4501-AC53-197D769EDC19}" type="presOf" srcId="{3ED89364-ED66-4F8A-98F3-67D6E1A9C8D6}" destId="{24C92FF3-6F20-4616-B052-6760A85BC13E}" srcOrd="0" destOrd="0" presId="urn:microsoft.com/office/officeart/2005/8/layout/vList2"/>
    <dgm:cxn modelId="{C9E0A748-8354-48E7-9D56-460BD18F4BF4}" type="presParOf" srcId="{1129F570-E770-40B1-A748-3FB65285E822}" destId="{E6CF0CCD-5766-428E-B1A9-56F824243C00}" srcOrd="0" destOrd="0" presId="urn:microsoft.com/office/officeart/2005/8/layout/vList2"/>
    <dgm:cxn modelId="{D3114957-6A08-4477-9DDC-855E8A02991B}" type="presParOf" srcId="{1129F570-E770-40B1-A748-3FB65285E822}" destId="{272967C6-A023-46A1-B54E-1B4C8EB08D4D}" srcOrd="1" destOrd="0" presId="urn:microsoft.com/office/officeart/2005/8/layout/vList2"/>
    <dgm:cxn modelId="{D07D6544-7F72-4A4E-8DA9-654239CE5222}" type="presParOf" srcId="{1129F570-E770-40B1-A748-3FB65285E822}" destId="{D5A9AC11-75B1-4750-834B-B27DFEFB3DAB}" srcOrd="2" destOrd="0" presId="urn:microsoft.com/office/officeart/2005/8/layout/vList2"/>
    <dgm:cxn modelId="{58EE637C-F24D-4F4A-A644-187FF3A24F63}" type="presParOf" srcId="{1129F570-E770-40B1-A748-3FB65285E822}" destId="{C1EFCF7F-6408-4199-9A05-16E21A58B274}" srcOrd="3" destOrd="0" presId="urn:microsoft.com/office/officeart/2005/8/layout/vList2"/>
    <dgm:cxn modelId="{9C5E636E-05C2-45A1-B092-976E4D069822}" type="presParOf" srcId="{1129F570-E770-40B1-A748-3FB65285E822}" destId="{5AFF8E24-3CBF-47D2-B502-D89FDCCDDF14}" srcOrd="4" destOrd="0" presId="urn:microsoft.com/office/officeart/2005/8/layout/vList2"/>
    <dgm:cxn modelId="{6651E039-340A-48E6-9628-7219B254D432}" type="presParOf" srcId="{1129F570-E770-40B1-A748-3FB65285E822}" destId="{F5DD1E18-638B-4017-AFD0-7127B7AD1728}" srcOrd="5" destOrd="0" presId="urn:microsoft.com/office/officeart/2005/8/layout/vList2"/>
    <dgm:cxn modelId="{0CCA2B65-0684-4903-BB9E-9F635FF2A76F}" type="presParOf" srcId="{1129F570-E770-40B1-A748-3FB65285E822}" destId="{24C92FF3-6F20-4616-B052-6760A85BC13E}" srcOrd="6" destOrd="0" presId="urn:microsoft.com/office/officeart/2005/8/layout/vList2"/>
    <dgm:cxn modelId="{462CCC18-3825-4D7F-A3FC-E5F2381AA09E}" type="presParOf" srcId="{1129F570-E770-40B1-A748-3FB65285E822}" destId="{7EE38554-BDA9-428E-AC5D-C3119E491E49}" srcOrd="7" destOrd="0" presId="urn:microsoft.com/office/officeart/2005/8/layout/vList2"/>
    <dgm:cxn modelId="{15BB0B14-20A5-4ECD-BFD4-99F62C26D294}" type="presParOf" srcId="{1129F570-E770-40B1-A748-3FB65285E822}" destId="{9F5C9574-5C91-4D1B-ACD7-703CF37C06E6}" srcOrd="8" destOrd="0" presId="urn:microsoft.com/office/officeart/2005/8/layout/vList2"/>
    <dgm:cxn modelId="{8C4EB4C7-F810-400C-A32C-65FAFC7604BE}" type="presParOf" srcId="{1129F570-E770-40B1-A748-3FB65285E822}" destId="{0AE6EC9A-36B2-4E76-993D-E093A092DB7E}" srcOrd="9" destOrd="0" presId="urn:microsoft.com/office/officeart/2005/8/layout/vList2"/>
    <dgm:cxn modelId="{F660C00F-1AB1-4464-A920-1FF4024CBBE0}" type="presParOf" srcId="{1129F570-E770-40B1-A748-3FB65285E822}" destId="{BE3779B8-184D-439B-B21F-7BEAB9292D68}" srcOrd="10" destOrd="0" presId="urn:microsoft.com/office/officeart/2005/8/layout/vList2"/>
    <dgm:cxn modelId="{7B9FC411-B2EC-4D24-81E2-67C10E6C8492}" type="presParOf" srcId="{1129F570-E770-40B1-A748-3FB65285E822}" destId="{836F0A53-266B-412D-9EEF-AC5B3E521849}" srcOrd="11" destOrd="0" presId="urn:microsoft.com/office/officeart/2005/8/layout/vList2"/>
    <dgm:cxn modelId="{AE33BDA9-C9B2-4B8D-BA52-917352B844EC}" type="presParOf" srcId="{1129F570-E770-40B1-A748-3FB65285E822}" destId="{90F4B1FA-4B20-4B1E-AB63-9FC20A1B6DF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5BC3B8C-DBF2-4295-B1D2-EBF96FF2B39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8336A5A-F620-4621-B828-58EB1477CFD0}">
      <dgm:prSet/>
      <dgm:spPr/>
      <dgm:t>
        <a:bodyPr/>
        <a:lstStyle/>
        <a:p>
          <a:r>
            <a:rPr lang="en-US"/>
            <a:t>Model Performance:</a:t>
          </a:r>
        </a:p>
      </dgm:t>
    </dgm:pt>
    <dgm:pt modelId="{D6F2F34B-0292-4DB6-AD22-ECB54654E73B}" type="parTrans" cxnId="{FECB7FF8-1B23-4CFA-8E1A-E3702BEC983C}">
      <dgm:prSet/>
      <dgm:spPr/>
      <dgm:t>
        <a:bodyPr/>
        <a:lstStyle/>
        <a:p>
          <a:endParaRPr lang="en-US"/>
        </a:p>
      </dgm:t>
    </dgm:pt>
    <dgm:pt modelId="{FA08A2C6-0B38-4E7A-A9C8-F5EC2A364DC7}" type="sibTrans" cxnId="{FECB7FF8-1B23-4CFA-8E1A-E3702BEC983C}">
      <dgm:prSet/>
      <dgm:spPr/>
      <dgm:t>
        <a:bodyPr/>
        <a:lstStyle/>
        <a:p>
          <a:endParaRPr lang="en-US"/>
        </a:p>
      </dgm:t>
    </dgm:pt>
    <dgm:pt modelId="{23F9185B-591B-4354-8309-E9FA8BA66FAF}">
      <dgm:prSet/>
      <dgm:spPr/>
      <dgm:t>
        <a:bodyPr/>
        <a:lstStyle/>
        <a:p>
          <a:r>
            <a:rPr lang="en-US"/>
            <a:t>• Ensemble Model R² Score: 0.94</a:t>
          </a:r>
        </a:p>
      </dgm:t>
    </dgm:pt>
    <dgm:pt modelId="{C7ADB961-0B21-48A9-B5F5-61D123E6A586}" type="parTrans" cxnId="{4F170C92-A1A0-401E-9746-2AFA05352F7F}">
      <dgm:prSet/>
      <dgm:spPr/>
      <dgm:t>
        <a:bodyPr/>
        <a:lstStyle/>
        <a:p>
          <a:endParaRPr lang="en-US"/>
        </a:p>
      </dgm:t>
    </dgm:pt>
    <dgm:pt modelId="{8B07C809-4C36-4E7D-9DDA-1F0B9B70D75C}" type="sibTrans" cxnId="{4F170C92-A1A0-401E-9746-2AFA05352F7F}">
      <dgm:prSet/>
      <dgm:spPr/>
      <dgm:t>
        <a:bodyPr/>
        <a:lstStyle/>
        <a:p>
          <a:endParaRPr lang="en-US"/>
        </a:p>
      </dgm:t>
    </dgm:pt>
    <dgm:pt modelId="{451AC65A-C510-47A0-8BF4-C6E7B09474B1}">
      <dgm:prSet/>
      <dgm:spPr/>
      <dgm:t>
        <a:bodyPr/>
        <a:lstStyle/>
        <a:p>
          <a:r>
            <a:rPr lang="en-US"/>
            <a:t>• RMSE: 2.8M EUR (highly accurate)</a:t>
          </a:r>
        </a:p>
      </dgm:t>
    </dgm:pt>
    <dgm:pt modelId="{76356121-41DB-4E6D-8082-30F7E659F9D6}" type="parTrans" cxnId="{8DEEA47D-C83C-47FD-AA48-3D67FB984005}">
      <dgm:prSet/>
      <dgm:spPr/>
      <dgm:t>
        <a:bodyPr/>
        <a:lstStyle/>
        <a:p>
          <a:endParaRPr lang="en-US"/>
        </a:p>
      </dgm:t>
    </dgm:pt>
    <dgm:pt modelId="{6DBA56F2-1CF8-4E5B-B38C-1D387372CE84}" type="sibTrans" cxnId="{8DEEA47D-C83C-47FD-AA48-3D67FB984005}">
      <dgm:prSet/>
      <dgm:spPr/>
      <dgm:t>
        <a:bodyPr/>
        <a:lstStyle/>
        <a:p>
          <a:endParaRPr lang="en-US"/>
        </a:p>
      </dgm:t>
    </dgm:pt>
    <dgm:pt modelId="{F0B227A4-FD86-421A-86C2-4DE00E71DA8A}">
      <dgm:prSet/>
      <dgm:spPr/>
      <dgm:t>
        <a:bodyPr/>
        <a:lstStyle/>
        <a:p>
          <a:r>
            <a:rPr lang="en-US"/>
            <a:t>• MAE: 2.0M EUR</a:t>
          </a:r>
        </a:p>
      </dgm:t>
    </dgm:pt>
    <dgm:pt modelId="{F833AC3A-94F3-4EA9-A654-0AF562284540}" type="parTrans" cxnId="{E667D5B4-0DDE-4231-9010-6C79AC44D580}">
      <dgm:prSet/>
      <dgm:spPr/>
      <dgm:t>
        <a:bodyPr/>
        <a:lstStyle/>
        <a:p>
          <a:endParaRPr lang="en-US"/>
        </a:p>
      </dgm:t>
    </dgm:pt>
    <dgm:pt modelId="{A5089A06-CF62-473C-BD3F-517A6BA8656B}" type="sibTrans" cxnId="{E667D5B4-0DDE-4231-9010-6C79AC44D580}">
      <dgm:prSet/>
      <dgm:spPr/>
      <dgm:t>
        <a:bodyPr/>
        <a:lstStyle/>
        <a:p>
          <a:endParaRPr lang="en-US"/>
        </a:p>
      </dgm:t>
    </dgm:pt>
    <dgm:pt modelId="{CCC298FD-6F7F-4FCD-8CB4-A850A93F55D6}">
      <dgm:prSet/>
      <dgm:spPr/>
      <dgm:t>
        <a:bodyPr/>
        <a:lstStyle/>
        <a:p>
          <a:r>
            <a:rPr lang="en-US"/>
            <a:t>Dashboard Metrics:</a:t>
          </a:r>
        </a:p>
      </dgm:t>
    </dgm:pt>
    <dgm:pt modelId="{0CF53B73-9287-4EAD-8692-4A4502B7D456}" type="parTrans" cxnId="{93636ACF-C5CD-4809-BE0C-5012DC726DBE}">
      <dgm:prSet/>
      <dgm:spPr/>
      <dgm:t>
        <a:bodyPr/>
        <a:lstStyle/>
        <a:p>
          <a:endParaRPr lang="en-US"/>
        </a:p>
      </dgm:t>
    </dgm:pt>
    <dgm:pt modelId="{DFB83BBB-4092-460A-9224-92BA1FD2D269}" type="sibTrans" cxnId="{93636ACF-C5CD-4809-BE0C-5012DC726DBE}">
      <dgm:prSet/>
      <dgm:spPr/>
      <dgm:t>
        <a:bodyPr/>
        <a:lstStyle/>
        <a:p>
          <a:endParaRPr lang="en-US"/>
        </a:p>
      </dgm:t>
    </dgm:pt>
    <dgm:pt modelId="{35886257-997E-4BE5-9539-EF17D2E88B8B}">
      <dgm:prSet/>
      <dgm:spPr/>
      <dgm:t>
        <a:bodyPr/>
        <a:lstStyle/>
        <a:p>
          <a:r>
            <a:rPr lang="en-US"/>
            <a:t>• 2000+ lines of production code</a:t>
          </a:r>
        </a:p>
      </dgm:t>
    </dgm:pt>
    <dgm:pt modelId="{BB222B2E-32D1-4963-8118-F4297F23A9C8}" type="parTrans" cxnId="{FAF7DCDC-814B-40ED-BE82-9C22CCDA31CF}">
      <dgm:prSet/>
      <dgm:spPr/>
      <dgm:t>
        <a:bodyPr/>
        <a:lstStyle/>
        <a:p>
          <a:endParaRPr lang="en-US"/>
        </a:p>
      </dgm:t>
    </dgm:pt>
    <dgm:pt modelId="{27D52DB3-35F3-4A3A-B18E-01F055F13456}" type="sibTrans" cxnId="{FAF7DCDC-814B-40ED-BE82-9C22CCDA31CF}">
      <dgm:prSet/>
      <dgm:spPr/>
      <dgm:t>
        <a:bodyPr/>
        <a:lstStyle/>
        <a:p>
          <a:endParaRPr lang="en-US"/>
        </a:p>
      </dgm:t>
    </dgm:pt>
    <dgm:pt modelId="{1EFEAB90-AF44-418E-96C7-11F47817F70C}">
      <dgm:prSet/>
      <dgm:spPr/>
      <dgm:t>
        <a:bodyPr/>
        <a:lstStyle/>
        <a:p>
          <a:r>
            <a:rPr lang="en-US"/>
            <a:t>• 1600+ player-season records analyzed</a:t>
          </a:r>
        </a:p>
      </dgm:t>
    </dgm:pt>
    <dgm:pt modelId="{5DBB2312-EE72-4FD5-B75E-D688E01F7CAD}" type="parTrans" cxnId="{443D70DD-B7DE-432A-8984-A2E04FAABEAD}">
      <dgm:prSet/>
      <dgm:spPr/>
      <dgm:t>
        <a:bodyPr/>
        <a:lstStyle/>
        <a:p>
          <a:endParaRPr lang="en-US"/>
        </a:p>
      </dgm:t>
    </dgm:pt>
    <dgm:pt modelId="{2C238CB1-5FB8-44E6-AE1F-3221CD574FA1}" type="sibTrans" cxnId="{443D70DD-B7DE-432A-8984-A2E04FAABEAD}">
      <dgm:prSet/>
      <dgm:spPr/>
      <dgm:t>
        <a:bodyPr/>
        <a:lstStyle/>
        <a:p>
          <a:endParaRPr lang="en-US"/>
        </a:p>
      </dgm:t>
    </dgm:pt>
    <dgm:pt modelId="{D380754C-4F2D-4609-A9C2-1F1650867650}">
      <dgm:prSet/>
      <dgm:spPr/>
      <dgm:t>
        <a:bodyPr/>
        <a:lstStyle/>
        <a:p>
          <a:r>
            <a:rPr lang="en-US"/>
            <a:t>• 4 machine learning models implemented</a:t>
          </a:r>
        </a:p>
      </dgm:t>
    </dgm:pt>
    <dgm:pt modelId="{C6ECFD1C-6BC3-4300-8501-7C256E8E9E47}" type="parTrans" cxnId="{E75742A9-9BA2-48BE-AC3B-27ABC2041A13}">
      <dgm:prSet/>
      <dgm:spPr/>
      <dgm:t>
        <a:bodyPr/>
        <a:lstStyle/>
        <a:p>
          <a:endParaRPr lang="en-US"/>
        </a:p>
      </dgm:t>
    </dgm:pt>
    <dgm:pt modelId="{EF197BCF-80B3-4284-A1C3-3585FFCB2FFF}" type="sibTrans" cxnId="{E75742A9-9BA2-48BE-AC3B-27ABC2041A13}">
      <dgm:prSet/>
      <dgm:spPr/>
      <dgm:t>
        <a:bodyPr/>
        <a:lstStyle/>
        <a:p>
          <a:endParaRPr lang="en-US"/>
        </a:p>
      </dgm:t>
    </dgm:pt>
    <dgm:pt modelId="{49A647CC-CADB-4F04-BF3A-82FD732BD210}">
      <dgm:prSet/>
      <dgm:spPr/>
      <dgm:t>
        <a:bodyPr/>
        <a:lstStyle/>
        <a:p>
          <a:r>
            <a:rPr lang="en-US"/>
            <a:t>• Sentiment analysis on 1000+ players</a:t>
          </a:r>
        </a:p>
      </dgm:t>
    </dgm:pt>
    <dgm:pt modelId="{6E0B4A50-DEC3-478E-BCDF-27F5025F0442}" type="parTrans" cxnId="{5E3A0375-E804-4F84-9C4E-3DA717F2A2B3}">
      <dgm:prSet/>
      <dgm:spPr/>
      <dgm:t>
        <a:bodyPr/>
        <a:lstStyle/>
        <a:p>
          <a:endParaRPr lang="en-US"/>
        </a:p>
      </dgm:t>
    </dgm:pt>
    <dgm:pt modelId="{0F75B7A1-33C6-4373-A125-85FEC5737CC6}" type="sibTrans" cxnId="{5E3A0375-E804-4F84-9C4E-3DA717F2A2B3}">
      <dgm:prSet/>
      <dgm:spPr/>
      <dgm:t>
        <a:bodyPr/>
        <a:lstStyle/>
        <a:p>
          <a:endParaRPr lang="en-US"/>
        </a:p>
      </dgm:t>
    </dgm:pt>
    <dgm:pt modelId="{154D3322-9132-413A-ACDB-DD6699481993}" type="pres">
      <dgm:prSet presAssocID="{95BC3B8C-DBF2-4295-B1D2-EBF96FF2B396}" presName="diagram" presStyleCnt="0">
        <dgm:presLayoutVars>
          <dgm:dir/>
          <dgm:resizeHandles val="exact"/>
        </dgm:presLayoutVars>
      </dgm:prSet>
      <dgm:spPr/>
    </dgm:pt>
    <dgm:pt modelId="{D4137C44-FC4D-42BC-A68C-00EA3ED34227}" type="pres">
      <dgm:prSet presAssocID="{A8336A5A-F620-4621-B828-58EB1477CFD0}" presName="node" presStyleLbl="node1" presStyleIdx="0" presStyleCnt="9">
        <dgm:presLayoutVars>
          <dgm:bulletEnabled val="1"/>
        </dgm:presLayoutVars>
      </dgm:prSet>
      <dgm:spPr/>
    </dgm:pt>
    <dgm:pt modelId="{07D35D8F-8C87-45A9-8D5B-29FB6E213290}" type="pres">
      <dgm:prSet presAssocID="{FA08A2C6-0B38-4E7A-A9C8-F5EC2A364DC7}" presName="sibTrans" presStyleCnt="0"/>
      <dgm:spPr/>
    </dgm:pt>
    <dgm:pt modelId="{7C443193-3D78-4481-A578-9915384E6BD6}" type="pres">
      <dgm:prSet presAssocID="{23F9185B-591B-4354-8309-E9FA8BA66FAF}" presName="node" presStyleLbl="node1" presStyleIdx="1" presStyleCnt="9">
        <dgm:presLayoutVars>
          <dgm:bulletEnabled val="1"/>
        </dgm:presLayoutVars>
      </dgm:prSet>
      <dgm:spPr/>
    </dgm:pt>
    <dgm:pt modelId="{FDB8882C-0EB8-4282-8A68-CBF100D5E75F}" type="pres">
      <dgm:prSet presAssocID="{8B07C809-4C36-4E7D-9DDA-1F0B9B70D75C}" presName="sibTrans" presStyleCnt="0"/>
      <dgm:spPr/>
    </dgm:pt>
    <dgm:pt modelId="{6408392D-9966-483E-A3E3-BA228BCE645B}" type="pres">
      <dgm:prSet presAssocID="{451AC65A-C510-47A0-8BF4-C6E7B09474B1}" presName="node" presStyleLbl="node1" presStyleIdx="2" presStyleCnt="9">
        <dgm:presLayoutVars>
          <dgm:bulletEnabled val="1"/>
        </dgm:presLayoutVars>
      </dgm:prSet>
      <dgm:spPr/>
    </dgm:pt>
    <dgm:pt modelId="{F6806923-5211-4074-BCD0-E7B0F72DAC8A}" type="pres">
      <dgm:prSet presAssocID="{6DBA56F2-1CF8-4E5B-B38C-1D387372CE84}" presName="sibTrans" presStyleCnt="0"/>
      <dgm:spPr/>
    </dgm:pt>
    <dgm:pt modelId="{0422D0C5-226F-44D0-B9DE-7CA5DEF66DB8}" type="pres">
      <dgm:prSet presAssocID="{F0B227A4-FD86-421A-86C2-4DE00E71DA8A}" presName="node" presStyleLbl="node1" presStyleIdx="3" presStyleCnt="9">
        <dgm:presLayoutVars>
          <dgm:bulletEnabled val="1"/>
        </dgm:presLayoutVars>
      </dgm:prSet>
      <dgm:spPr/>
    </dgm:pt>
    <dgm:pt modelId="{B9CE7A0F-2D91-4C18-8EF7-4448BA52035D}" type="pres">
      <dgm:prSet presAssocID="{A5089A06-CF62-473C-BD3F-517A6BA8656B}" presName="sibTrans" presStyleCnt="0"/>
      <dgm:spPr/>
    </dgm:pt>
    <dgm:pt modelId="{FE47AFA1-2C6A-463E-AABF-E90C6CCA5E78}" type="pres">
      <dgm:prSet presAssocID="{CCC298FD-6F7F-4FCD-8CB4-A850A93F55D6}" presName="node" presStyleLbl="node1" presStyleIdx="4" presStyleCnt="9">
        <dgm:presLayoutVars>
          <dgm:bulletEnabled val="1"/>
        </dgm:presLayoutVars>
      </dgm:prSet>
      <dgm:spPr/>
    </dgm:pt>
    <dgm:pt modelId="{D7DB8D12-E486-4040-AFE0-B1B1A21FA93A}" type="pres">
      <dgm:prSet presAssocID="{DFB83BBB-4092-460A-9224-92BA1FD2D269}" presName="sibTrans" presStyleCnt="0"/>
      <dgm:spPr/>
    </dgm:pt>
    <dgm:pt modelId="{FCB692CE-4860-45DE-B9D7-56586406A0CE}" type="pres">
      <dgm:prSet presAssocID="{35886257-997E-4BE5-9539-EF17D2E88B8B}" presName="node" presStyleLbl="node1" presStyleIdx="5" presStyleCnt="9">
        <dgm:presLayoutVars>
          <dgm:bulletEnabled val="1"/>
        </dgm:presLayoutVars>
      </dgm:prSet>
      <dgm:spPr/>
    </dgm:pt>
    <dgm:pt modelId="{C7E82183-1924-4069-AB3F-740CD52B6974}" type="pres">
      <dgm:prSet presAssocID="{27D52DB3-35F3-4A3A-B18E-01F055F13456}" presName="sibTrans" presStyleCnt="0"/>
      <dgm:spPr/>
    </dgm:pt>
    <dgm:pt modelId="{8147A2E6-B573-4772-ADCE-40A6AB29E855}" type="pres">
      <dgm:prSet presAssocID="{1EFEAB90-AF44-418E-96C7-11F47817F70C}" presName="node" presStyleLbl="node1" presStyleIdx="6" presStyleCnt="9">
        <dgm:presLayoutVars>
          <dgm:bulletEnabled val="1"/>
        </dgm:presLayoutVars>
      </dgm:prSet>
      <dgm:spPr/>
    </dgm:pt>
    <dgm:pt modelId="{5A247843-7E31-4014-95B4-1529E1CCE377}" type="pres">
      <dgm:prSet presAssocID="{2C238CB1-5FB8-44E6-AE1F-3221CD574FA1}" presName="sibTrans" presStyleCnt="0"/>
      <dgm:spPr/>
    </dgm:pt>
    <dgm:pt modelId="{93FA1A5E-1AB4-49CB-8BE7-2FF36DE0418B}" type="pres">
      <dgm:prSet presAssocID="{D380754C-4F2D-4609-A9C2-1F1650867650}" presName="node" presStyleLbl="node1" presStyleIdx="7" presStyleCnt="9">
        <dgm:presLayoutVars>
          <dgm:bulletEnabled val="1"/>
        </dgm:presLayoutVars>
      </dgm:prSet>
      <dgm:spPr/>
    </dgm:pt>
    <dgm:pt modelId="{0CD12D3D-2E34-43FB-B1EF-8C0897451DB0}" type="pres">
      <dgm:prSet presAssocID="{EF197BCF-80B3-4284-A1C3-3585FFCB2FFF}" presName="sibTrans" presStyleCnt="0"/>
      <dgm:spPr/>
    </dgm:pt>
    <dgm:pt modelId="{D2E75713-5F07-4286-8CCA-355028DE54C1}" type="pres">
      <dgm:prSet presAssocID="{49A647CC-CADB-4F04-BF3A-82FD732BD210}" presName="node" presStyleLbl="node1" presStyleIdx="8" presStyleCnt="9">
        <dgm:presLayoutVars>
          <dgm:bulletEnabled val="1"/>
        </dgm:presLayoutVars>
      </dgm:prSet>
      <dgm:spPr/>
    </dgm:pt>
  </dgm:ptLst>
  <dgm:cxnLst>
    <dgm:cxn modelId="{8126EC13-6148-4ABA-8AA8-E67BD9C67814}" type="presOf" srcId="{D380754C-4F2D-4609-A9C2-1F1650867650}" destId="{93FA1A5E-1AB4-49CB-8BE7-2FF36DE0418B}" srcOrd="0" destOrd="0" presId="urn:microsoft.com/office/officeart/2005/8/layout/default"/>
    <dgm:cxn modelId="{BEFD0230-8E96-401E-9684-68EF5E8BB7E4}" type="presOf" srcId="{49A647CC-CADB-4F04-BF3A-82FD732BD210}" destId="{D2E75713-5F07-4286-8CCA-355028DE54C1}" srcOrd="0" destOrd="0" presId="urn:microsoft.com/office/officeart/2005/8/layout/default"/>
    <dgm:cxn modelId="{39917734-8F7E-49C0-A7BD-C4F444A03A30}" type="presOf" srcId="{CCC298FD-6F7F-4FCD-8CB4-A850A93F55D6}" destId="{FE47AFA1-2C6A-463E-AABF-E90C6CCA5E78}" srcOrd="0" destOrd="0" presId="urn:microsoft.com/office/officeart/2005/8/layout/default"/>
    <dgm:cxn modelId="{1E563E4A-3064-4B2B-8B34-BDC8FE2BE19E}" type="presOf" srcId="{F0B227A4-FD86-421A-86C2-4DE00E71DA8A}" destId="{0422D0C5-226F-44D0-B9DE-7CA5DEF66DB8}" srcOrd="0" destOrd="0" presId="urn:microsoft.com/office/officeart/2005/8/layout/default"/>
    <dgm:cxn modelId="{B52A704D-9F73-41C0-BDEA-4FE90451AF6C}" type="presOf" srcId="{A8336A5A-F620-4621-B828-58EB1477CFD0}" destId="{D4137C44-FC4D-42BC-A68C-00EA3ED34227}" srcOrd="0" destOrd="0" presId="urn:microsoft.com/office/officeart/2005/8/layout/default"/>
    <dgm:cxn modelId="{5E3A0375-E804-4F84-9C4E-3DA717F2A2B3}" srcId="{95BC3B8C-DBF2-4295-B1D2-EBF96FF2B396}" destId="{49A647CC-CADB-4F04-BF3A-82FD732BD210}" srcOrd="8" destOrd="0" parTransId="{6E0B4A50-DEC3-478E-BCDF-27F5025F0442}" sibTransId="{0F75B7A1-33C6-4373-A125-85FEC5737CC6}"/>
    <dgm:cxn modelId="{8DEEA47D-C83C-47FD-AA48-3D67FB984005}" srcId="{95BC3B8C-DBF2-4295-B1D2-EBF96FF2B396}" destId="{451AC65A-C510-47A0-8BF4-C6E7B09474B1}" srcOrd="2" destOrd="0" parTransId="{76356121-41DB-4E6D-8082-30F7E659F9D6}" sibTransId="{6DBA56F2-1CF8-4E5B-B38C-1D387372CE84}"/>
    <dgm:cxn modelId="{14FCAA82-C0B8-43C1-9294-D15B4F94ECD8}" type="presOf" srcId="{95BC3B8C-DBF2-4295-B1D2-EBF96FF2B396}" destId="{154D3322-9132-413A-ACDB-DD6699481993}" srcOrd="0" destOrd="0" presId="urn:microsoft.com/office/officeart/2005/8/layout/default"/>
    <dgm:cxn modelId="{4F170C92-A1A0-401E-9746-2AFA05352F7F}" srcId="{95BC3B8C-DBF2-4295-B1D2-EBF96FF2B396}" destId="{23F9185B-591B-4354-8309-E9FA8BA66FAF}" srcOrd="1" destOrd="0" parTransId="{C7ADB961-0B21-48A9-B5F5-61D123E6A586}" sibTransId="{8B07C809-4C36-4E7D-9DDA-1F0B9B70D75C}"/>
    <dgm:cxn modelId="{A2B9C99C-EB42-4FE5-91B6-CC13D2EBEB04}" type="presOf" srcId="{35886257-997E-4BE5-9539-EF17D2E88B8B}" destId="{FCB692CE-4860-45DE-B9D7-56586406A0CE}" srcOrd="0" destOrd="0" presId="urn:microsoft.com/office/officeart/2005/8/layout/default"/>
    <dgm:cxn modelId="{E75742A9-9BA2-48BE-AC3B-27ABC2041A13}" srcId="{95BC3B8C-DBF2-4295-B1D2-EBF96FF2B396}" destId="{D380754C-4F2D-4609-A9C2-1F1650867650}" srcOrd="7" destOrd="0" parTransId="{C6ECFD1C-6BC3-4300-8501-7C256E8E9E47}" sibTransId="{EF197BCF-80B3-4284-A1C3-3585FFCB2FFF}"/>
    <dgm:cxn modelId="{B454CCAA-72F3-436F-9C3A-0DCC2350C899}" type="presOf" srcId="{23F9185B-591B-4354-8309-E9FA8BA66FAF}" destId="{7C443193-3D78-4481-A578-9915384E6BD6}" srcOrd="0" destOrd="0" presId="urn:microsoft.com/office/officeart/2005/8/layout/default"/>
    <dgm:cxn modelId="{E667D5B4-0DDE-4231-9010-6C79AC44D580}" srcId="{95BC3B8C-DBF2-4295-B1D2-EBF96FF2B396}" destId="{F0B227A4-FD86-421A-86C2-4DE00E71DA8A}" srcOrd="3" destOrd="0" parTransId="{F833AC3A-94F3-4EA9-A654-0AF562284540}" sibTransId="{A5089A06-CF62-473C-BD3F-517A6BA8656B}"/>
    <dgm:cxn modelId="{596A89C1-6C2D-496E-B5F9-C65995A23327}" type="presOf" srcId="{1EFEAB90-AF44-418E-96C7-11F47817F70C}" destId="{8147A2E6-B573-4772-ADCE-40A6AB29E855}" srcOrd="0" destOrd="0" presId="urn:microsoft.com/office/officeart/2005/8/layout/default"/>
    <dgm:cxn modelId="{93636ACF-C5CD-4809-BE0C-5012DC726DBE}" srcId="{95BC3B8C-DBF2-4295-B1D2-EBF96FF2B396}" destId="{CCC298FD-6F7F-4FCD-8CB4-A850A93F55D6}" srcOrd="4" destOrd="0" parTransId="{0CF53B73-9287-4EAD-8692-4A4502B7D456}" sibTransId="{DFB83BBB-4092-460A-9224-92BA1FD2D269}"/>
    <dgm:cxn modelId="{FAF7DCDC-814B-40ED-BE82-9C22CCDA31CF}" srcId="{95BC3B8C-DBF2-4295-B1D2-EBF96FF2B396}" destId="{35886257-997E-4BE5-9539-EF17D2E88B8B}" srcOrd="5" destOrd="0" parTransId="{BB222B2E-32D1-4963-8118-F4297F23A9C8}" sibTransId="{27D52DB3-35F3-4A3A-B18E-01F055F13456}"/>
    <dgm:cxn modelId="{443D70DD-B7DE-432A-8984-A2E04FAABEAD}" srcId="{95BC3B8C-DBF2-4295-B1D2-EBF96FF2B396}" destId="{1EFEAB90-AF44-418E-96C7-11F47817F70C}" srcOrd="6" destOrd="0" parTransId="{5DBB2312-EE72-4FD5-B75E-D688E01F7CAD}" sibTransId="{2C238CB1-5FB8-44E6-AE1F-3221CD574FA1}"/>
    <dgm:cxn modelId="{8116E9E8-FB24-4A1B-B547-C54301E331BE}" type="presOf" srcId="{451AC65A-C510-47A0-8BF4-C6E7B09474B1}" destId="{6408392D-9966-483E-A3E3-BA228BCE645B}" srcOrd="0" destOrd="0" presId="urn:microsoft.com/office/officeart/2005/8/layout/default"/>
    <dgm:cxn modelId="{FECB7FF8-1B23-4CFA-8E1A-E3702BEC983C}" srcId="{95BC3B8C-DBF2-4295-B1D2-EBF96FF2B396}" destId="{A8336A5A-F620-4621-B828-58EB1477CFD0}" srcOrd="0" destOrd="0" parTransId="{D6F2F34B-0292-4DB6-AD22-ECB54654E73B}" sibTransId="{FA08A2C6-0B38-4E7A-A9C8-F5EC2A364DC7}"/>
    <dgm:cxn modelId="{B9181940-908D-4BD6-8312-26AF0728D3CA}" type="presParOf" srcId="{154D3322-9132-413A-ACDB-DD6699481993}" destId="{D4137C44-FC4D-42BC-A68C-00EA3ED34227}" srcOrd="0" destOrd="0" presId="urn:microsoft.com/office/officeart/2005/8/layout/default"/>
    <dgm:cxn modelId="{F953C47A-72E7-4BB5-ABBC-29FC9C80A00E}" type="presParOf" srcId="{154D3322-9132-413A-ACDB-DD6699481993}" destId="{07D35D8F-8C87-45A9-8D5B-29FB6E213290}" srcOrd="1" destOrd="0" presId="urn:microsoft.com/office/officeart/2005/8/layout/default"/>
    <dgm:cxn modelId="{0116C949-1736-4D29-BF22-DC206026B40F}" type="presParOf" srcId="{154D3322-9132-413A-ACDB-DD6699481993}" destId="{7C443193-3D78-4481-A578-9915384E6BD6}" srcOrd="2" destOrd="0" presId="urn:microsoft.com/office/officeart/2005/8/layout/default"/>
    <dgm:cxn modelId="{BAC01DCB-6578-4874-B944-27B1993317C5}" type="presParOf" srcId="{154D3322-9132-413A-ACDB-DD6699481993}" destId="{FDB8882C-0EB8-4282-8A68-CBF100D5E75F}" srcOrd="3" destOrd="0" presId="urn:microsoft.com/office/officeart/2005/8/layout/default"/>
    <dgm:cxn modelId="{57EBC9BA-3E73-4A10-8AC3-FDA6366FBA42}" type="presParOf" srcId="{154D3322-9132-413A-ACDB-DD6699481993}" destId="{6408392D-9966-483E-A3E3-BA228BCE645B}" srcOrd="4" destOrd="0" presId="urn:microsoft.com/office/officeart/2005/8/layout/default"/>
    <dgm:cxn modelId="{ECAEDBFD-BEAD-4B31-B363-F7765BCD0B87}" type="presParOf" srcId="{154D3322-9132-413A-ACDB-DD6699481993}" destId="{F6806923-5211-4074-BCD0-E7B0F72DAC8A}" srcOrd="5" destOrd="0" presId="urn:microsoft.com/office/officeart/2005/8/layout/default"/>
    <dgm:cxn modelId="{EA2D423B-5F9B-49BA-832E-1B5994251B5B}" type="presParOf" srcId="{154D3322-9132-413A-ACDB-DD6699481993}" destId="{0422D0C5-226F-44D0-B9DE-7CA5DEF66DB8}" srcOrd="6" destOrd="0" presId="urn:microsoft.com/office/officeart/2005/8/layout/default"/>
    <dgm:cxn modelId="{7B1EBDDE-68C8-42B1-ABA1-C01D17006724}" type="presParOf" srcId="{154D3322-9132-413A-ACDB-DD6699481993}" destId="{B9CE7A0F-2D91-4C18-8EF7-4448BA52035D}" srcOrd="7" destOrd="0" presId="urn:microsoft.com/office/officeart/2005/8/layout/default"/>
    <dgm:cxn modelId="{F6101D4F-38CD-4B81-9CCE-8B920A973AE0}" type="presParOf" srcId="{154D3322-9132-413A-ACDB-DD6699481993}" destId="{FE47AFA1-2C6A-463E-AABF-E90C6CCA5E78}" srcOrd="8" destOrd="0" presId="urn:microsoft.com/office/officeart/2005/8/layout/default"/>
    <dgm:cxn modelId="{FC015AB7-B61E-4FB6-85A4-E4F628332C4C}" type="presParOf" srcId="{154D3322-9132-413A-ACDB-DD6699481993}" destId="{D7DB8D12-E486-4040-AFE0-B1B1A21FA93A}" srcOrd="9" destOrd="0" presId="urn:microsoft.com/office/officeart/2005/8/layout/default"/>
    <dgm:cxn modelId="{7F2CFA11-CAB9-4BB1-8B42-3BC12876591D}" type="presParOf" srcId="{154D3322-9132-413A-ACDB-DD6699481993}" destId="{FCB692CE-4860-45DE-B9D7-56586406A0CE}" srcOrd="10" destOrd="0" presId="urn:microsoft.com/office/officeart/2005/8/layout/default"/>
    <dgm:cxn modelId="{C2EE66D3-FAC7-462A-932D-74F08D604A7A}" type="presParOf" srcId="{154D3322-9132-413A-ACDB-DD6699481993}" destId="{C7E82183-1924-4069-AB3F-740CD52B6974}" srcOrd="11" destOrd="0" presId="urn:microsoft.com/office/officeart/2005/8/layout/default"/>
    <dgm:cxn modelId="{FBBCA2E4-6DC2-451B-9502-C5F503968C28}" type="presParOf" srcId="{154D3322-9132-413A-ACDB-DD6699481993}" destId="{8147A2E6-B573-4772-ADCE-40A6AB29E855}" srcOrd="12" destOrd="0" presId="urn:microsoft.com/office/officeart/2005/8/layout/default"/>
    <dgm:cxn modelId="{35875277-3ECF-4CED-A4FD-228507FD6D89}" type="presParOf" srcId="{154D3322-9132-413A-ACDB-DD6699481993}" destId="{5A247843-7E31-4014-95B4-1529E1CCE377}" srcOrd="13" destOrd="0" presId="urn:microsoft.com/office/officeart/2005/8/layout/default"/>
    <dgm:cxn modelId="{463DD6BF-0A9E-450B-8A83-94935FE5CFD1}" type="presParOf" srcId="{154D3322-9132-413A-ACDB-DD6699481993}" destId="{93FA1A5E-1AB4-49CB-8BE7-2FF36DE0418B}" srcOrd="14" destOrd="0" presId="urn:microsoft.com/office/officeart/2005/8/layout/default"/>
    <dgm:cxn modelId="{274842F6-B84A-433A-91D8-8E2AC6B00C71}" type="presParOf" srcId="{154D3322-9132-413A-ACDB-DD6699481993}" destId="{0CD12D3D-2E34-43FB-B1EF-8C0897451DB0}" srcOrd="15" destOrd="0" presId="urn:microsoft.com/office/officeart/2005/8/layout/default"/>
    <dgm:cxn modelId="{E9B10F32-E868-4AA8-9537-DB9F2380E9B5}" type="presParOf" srcId="{154D3322-9132-413A-ACDB-DD6699481993}" destId="{D2E75713-5F07-4286-8CCA-355028DE54C1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C688E23-E542-4850-858A-61924AF5A4B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E3DEB4-4092-4CA5-BDF6-907619FBCE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Successfully developed AI-powered player valuation system</a:t>
          </a:r>
        </a:p>
      </dgm:t>
    </dgm:pt>
    <dgm:pt modelId="{F447C4B3-C23A-4592-A1D3-68B48CB0F972}" type="parTrans" cxnId="{25B04696-C515-4003-A9E5-D058440EA1C7}">
      <dgm:prSet/>
      <dgm:spPr/>
      <dgm:t>
        <a:bodyPr/>
        <a:lstStyle/>
        <a:p>
          <a:endParaRPr lang="en-US"/>
        </a:p>
      </dgm:t>
    </dgm:pt>
    <dgm:pt modelId="{4894406C-D68B-484D-A577-376383BC8B84}" type="sibTrans" cxnId="{25B04696-C515-4003-A9E5-D058440EA1C7}">
      <dgm:prSet/>
      <dgm:spPr/>
      <dgm:t>
        <a:bodyPr/>
        <a:lstStyle/>
        <a:p>
          <a:endParaRPr lang="en-US"/>
        </a:p>
      </dgm:t>
    </dgm:pt>
    <dgm:pt modelId="{30560C32-2D62-48E4-B848-5546BBE61E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Integrated multiple data sources and ML models effectively</a:t>
          </a:r>
        </a:p>
      </dgm:t>
    </dgm:pt>
    <dgm:pt modelId="{2C73DF61-7D7A-4E97-9177-D1AFC440D9DC}" type="parTrans" cxnId="{3354E614-209B-47B9-88A2-8697DBC0EB2E}">
      <dgm:prSet/>
      <dgm:spPr/>
      <dgm:t>
        <a:bodyPr/>
        <a:lstStyle/>
        <a:p>
          <a:endParaRPr lang="en-US"/>
        </a:p>
      </dgm:t>
    </dgm:pt>
    <dgm:pt modelId="{042F0750-E11F-4528-B3AD-08A86BDE6090}" type="sibTrans" cxnId="{3354E614-209B-47B9-88A2-8697DBC0EB2E}">
      <dgm:prSet/>
      <dgm:spPr/>
      <dgm:t>
        <a:bodyPr/>
        <a:lstStyle/>
        <a:p>
          <a:endParaRPr lang="en-US"/>
        </a:p>
      </dgm:t>
    </dgm:pt>
    <dgm:pt modelId="{D48C471E-D095-420A-B77F-6269A9E000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Achieved 94% accuracy with ensemble approach</a:t>
          </a:r>
        </a:p>
      </dgm:t>
    </dgm:pt>
    <dgm:pt modelId="{B0D487D6-10EA-429D-B0D3-F9E3B88077C8}" type="parTrans" cxnId="{7484E32C-6439-49FE-9A2D-311F7B58BEDC}">
      <dgm:prSet/>
      <dgm:spPr/>
      <dgm:t>
        <a:bodyPr/>
        <a:lstStyle/>
        <a:p>
          <a:endParaRPr lang="en-US"/>
        </a:p>
      </dgm:t>
    </dgm:pt>
    <dgm:pt modelId="{170F3439-F4F7-4C73-B299-4F7A5424C239}" type="sibTrans" cxnId="{7484E32C-6439-49FE-9A2D-311F7B58BEDC}">
      <dgm:prSet/>
      <dgm:spPr/>
      <dgm:t>
        <a:bodyPr/>
        <a:lstStyle/>
        <a:p>
          <a:endParaRPr lang="en-US"/>
        </a:p>
      </dgm:t>
    </dgm:pt>
    <dgm:pt modelId="{782B22A3-B2BC-4B79-A15E-B176AF9218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Created professional, interactive dashboard for stakeholders</a:t>
          </a:r>
        </a:p>
      </dgm:t>
    </dgm:pt>
    <dgm:pt modelId="{0F239789-6E87-4ED7-9888-DD28046F1865}" type="parTrans" cxnId="{B97D6C27-A1F5-4B89-BB25-37869812BF9E}">
      <dgm:prSet/>
      <dgm:spPr/>
      <dgm:t>
        <a:bodyPr/>
        <a:lstStyle/>
        <a:p>
          <a:endParaRPr lang="en-US"/>
        </a:p>
      </dgm:t>
    </dgm:pt>
    <dgm:pt modelId="{4AB23A12-898B-4E96-8C58-2E7368E5B0F8}" type="sibTrans" cxnId="{B97D6C27-A1F5-4B89-BB25-37869812BF9E}">
      <dgm:prSet/>
      <dgm:spPr/>
      <dgm:t>
        <a:bodyPr/>
        <a:lstStyle/>
        <a:p>
          <a:endParaRPr lang="en-US"/>
        </a:p>
      </dgm:t>
    </dgm:pt>
    <dgm:pt modelId="{C545BDB7-0DBA-4681-B8B0-860E8060A8FC}" type="pres">
      <dgm:prSet presAssocID="{9C688E23-E542-4850-858A-61924AF5A4BB}" presName="root" presStyleCnt="0">
        <dgm:presLayoutVars>
          <dgm:dir/>
          <dgm:resizeHandles val="exact"/>
        </dgm:presLayoutVars>
      </dgm:prSet>
      <dgm:spPr/>
    </dgm:pt>
    <dgm:pt modelId="{6475641C-8921-4F6A-AFBB-1B36C195E21D}" type="pres">
      <dgm:prSet presAssocID="{E5E3DEB4-4092-4CA5-BDF6-907619FBCE36}" presName="compNode" presStyleCnt="0"/>
      <dgm:spPr/>
    </dgm:pt>
    <dgm:pt modelId="{1C1A6F5C-DEBC-4C57-BF42-9B8C84577301}" type="pres">
      <dgm:prSet presAssocID="{E5E3DEB4-4092-4CA5-BDF6-907619FBCE36}" presName="bgRect" presStyleLbl="bgShp" presStyleIdx="0" presStyleCnt="4"/>
      <dgm:spPr/>
    </dgm:pt>
    <dgm:pt modelId="{AA26A5A7-820F-4A5F-B4A2-242BECC85C6E}" type="pres">
      <dgm:prSet presAssocID="{E5E3DEB4-4092-4CA5-BDF6-907619FBCE3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638A8C6-3D52-46E3-A706-D61F667792F9}" type="pres">
      <dgm:prSet presAssocID="{E5E3DEB4-4092-4CA5-BDF6-907619FBCE36}" presName="spaceRect" presStyleCnt="0"/>
      <dgm:spPr/>
    </dgm:pt>
    <dgm:pt modelId="{05A2B493-60DE-4969-805A-690EEAB5CDCE}" type="pres">
      <dgm:prSet presAssocID="{E5E3DEB4-4092-4CA5-BDF6-907619FBCE36}" presName="parTx" presStyleLbl="revTx" presStyleIdx="0" presStyleCnt="4">
        <dgm:presLayoutVars>
          <dgm:chMax val="0"/>
          <dgm:chPref val="0"/>
        </dgm:presLayoutVars>
      </dgm:prSet>
      <dgm:spPr/>
    </dgm:pt>
    <dgm:pt modelId="{B12A4DEC-578D-4A4F-AB84-0C1AC2C59CC9}" type="pres">
      <dgm:prSet presAssocID="{4894406C-D68B-484D-A577-376383BC8B84}" presName="sibTrans" presStyleCnt="0"/>
      <dgm:spPr/>
    </dgm:pt>
    <dgm:pt modelId="{CA0C8A2F-EC3C-4956-995E-19C8292EEC58}" type="pres">
      <dgm:prSet presAssocID="{30560C32-2D62-48E4-B848-5546BBE61E82}" presName="compNode" presStyleCnt="0"/>
      <dgm:spPr/>
    </dgm:pt>
    <dgm:pt modelId="{E6D49B09-2E06-4742-AF14-238D6C5F608A}" type="pres">
      <dgm:prSet presAssocID="{30560C32-2D62-48E4-B848-5546BBE61E82}" presName="bgRect" presStyleLbl="bgShp" presStyleIdx="1" presStyleCnt="4"/>
      <dgm:spPr/>
    </dgm:pt>
    <dgm:pt modelId="{7E1AEA2E-FBE0-4618-9834-4B0AE57C2E9B}" type="pres">
      <dgm:prSet presAssocID="{30560C32-2D62-48E4-B848-5546BBE61E8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5F3DBC6-24C9-4A80-ACA0-8BF1766E7B7A}" type="pres">
      <dgm:prSet presAssocID="{30560C32-2D62-48E4-B848-5546BBE61E82}" presName="spaceRect" presStyleCnt="0"/>
      <dgm:spPr/>
    </dgm:pt>
    <dgm:pt modelId="{B1EFB5AB-142C-44D0-BBF1-BF3152310E7B}" type="pres">
      <dgm:prSet presAssocID="{30560C32-2D62-48E4-B848-5546BBE61E82}" presName="parTx" presStyleLbl="revTx" presStyleIdx="1" presStyleCnt="4">
        <dgm:presLayoutVars>
          <dgm:chMax val="0"/>
          <dgm:chPref val="0"/>
        </dgm:presLayoutVars>
      </dgm:prSet>
      <dgm:spPr/>
    </dgm:pt>
    <dgm:pt modelId="{10CAA0E0-46F7-47F0-9962-4F7F6186B9A7}" type="pres">
      <dgm:prSet presAssocID="{042F0750-E11F-4528-B3AD-08A86BDE6090}" presName="sibTrans" presStyleCnt="0"/>
      <dgm:spPr/>
    </dgm:pt>
    <dgm:pt modelId="{370ACFEE-9822-402C-AE59-83EE20C0F03B}" type="pres">
      <dgm:prSet presAssocID="{D48C471E-D095-420A-B77F-6269A9E00068}" presName="compNode" presStyleCnt="0"/>
      <dgm:spPr/>
    </dgm:pt>
    <dgm:pt modelId="{BA181ABA-C8AF-4F08-8614-76057393C259}" type="pres">
      <dgm:prSet presAssocID="{D48C471E-D095-420A-B77F-6269A9E00068}" presName="bgRect" presStyleLbl="bgShp" presStyleIdx="2" presStyleCnt="4"/>
      <dgm:spPr/>
    </dgm:pt>
    <dgm:pt modelId="{C3FC4A28-39E7-43A5-BC24-6B877ED0D300}" type="pres">
      <dgm:prSet presAssocID="{D48C471E-D095-420A-B77F-6269A9E0006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B0E4BFE-2EAD-4DA3-A689-D169874AAD2E}" type="pres">
      <dgm:prSet presAssocID="{D48C471E-D095-420A-B77F-6269A9E00068}" presName="spaceRect" presStyleCnt="0"/>
      <dgm:spPr/>
    </dgm:pt>
    <dgm:pt modelId="{25CD1D93-BC6D-4DA6-A2B9-EF48596B3C1B}" type="pres">
      <dgm:prSet presAssocID="{D48C471E-D095-420A-B77F-6269A9E00068}" presName="parTx" presStyleLbl="revTx" presStyleIdx="2" presStyleCnt="4">
        <dgm:presLayoutVars>
          <dgm:chMax val="0"/>
          <dgm:chPref val="0"/>
        </dgm:presLayoutVars>
      </dgm:prSet>
      <dgm:spPr/>
    </dgm:pt>
    <dgm:pt modelId="{78F03EA7-383F-40CE-9FD0-17FFCC479C7C}" type="pres">
      <dgm:prSet presAssocID="{170F3439-F4F7-4C73-B299-4F7A5424C239}" presName="sibTrans" presStyleCnt="0"/>
      <dgm:spPr/>
    </dgm:pt>
    <dgm:pt modelId="{EF27C6B2-B4B4-42F0-8E4A-6217D22436AA}" type="pres">
      <dgm:prSet presAssocID="{782B22A3-B2BC-4B79-A15E-B176AF921850}" presName="compNode" presStyleCnt="0"/>
      <dgm:spPr/>
    </dgm:pt>
    <dgm:pt modelId="{DB334C22-F769-412E-B677-221880DC87B7}" type="pres">
      <dgm:prSet presAssocID="{782B22A3-B2BC-4B79-A15E-B176AF921850}" presName="bgRect" presStyleLbl="bgShp" presStyleIdx="3" presStyleCnt="4"/>
      <dgm:spPr/>
    </dgm:pt>
    <dgm:pt modelId="{49965E6D-8010-4D01-B379-3D25E9FC30EF}" type="pres">
      <dgm:prSet presAssocID="{782B22A3-B2BC-4B79-A15E-B176AF92185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9831D01B-286F-4111-A326-1D4E3EDC380B}" type="pres">
      <dgm:prSet presAssocID="{782B22A3-B2BC-4B79-A15E-B176AF921850}" presName="spaceRect" presStyleCnt="0"/>
      <dgm:spPr/>
    </dgm:pt>
    <dgm:pt modelId="{2B628E85-C29C-44F6-B061-475B4A9327A1}" type="pres">
      <dgm:prSet presAssocID="{782B22A3-B2BC-4B79-A15E-B176AF92185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354E614-209B-47B9-88A2-8697DBC0EB2E}" srcId="{9C688E23-E542-4850-858A-61924AF5A4BB}" destId="{30560C32-2D62-48E4-B848-5546BBE61E82}" srcOrd="1" destOrd="0" parTransId="{2C73DF61-7D7A-4E97-9177-D1AFC440D9DC}" sibTransId="{042F0750-E11F-4528-B3AD-08A86BDE6090}"/>
    <dgm:cxn modelId="{B97D6C27-A1F5-4B89-BB25-37869812BF9E}" srcId="{9C688E23-E542-4850-858A-61924AF5A4BB}" destId="{782B22A3-B2BC-4B79-A15E-B176AF921850}" srcOrd="3" destOrd="0" parTransId="{0F239789-6E87-4ED7-9888-DD28046F1865}" sibTransId="{4AB23A12-898B-4E96-8C58-2E7368E5B0F8}"/>
    <dgm:cxn modelId="{7484E32C-6439-49FE-9A2D-311F7B58BEDC}" srcId="{9C688E23-E542-4850-858A-61924AF5A4BB}" destId="{D48C471E-D095-420A-B77F-6269A9E00068}" srcOrd="2" destOrd="0" parTransId="{B0D487D6-10EA-429D-B0D3-F9E3B88077C8}" sibTransId="{170F3439-F4F7-4C73-B299-4F7A5424C239}"/>
    <dgm:cxn modelId="{7F992D49-41A3-4944-80EF-FBA04CB23830}" type="presOf" srcId="{9C688E23-E542-4850-858A-61924AF5A4BB}" destId="{C545BDB7-0DBA-4681-B8B0-860E8060A8FC}" srcOrd="0" destOrd="0" presId="urn:microsoft.com/office/officeart/2018/2/layout/IconVerticalSolidList"/>
    <dgm:cxn modelId="{9B150659-7327-46E6-8878-A13436073632}" type="presOf" srcId="{E5E3DEB4-4092-4CA5-BDF6-907619FBCE36}" destId="{05A2B493-60DE-4969-805A-690EEAB5CDCE}" srcOrd="0" destOrd="0" presId="urn:microsoft.com/office/officeart/2018/2/layout/IconVerticalSolidList"/>
    <dgm:cxn modelId="{25B04696-C515-4003-A9E5-D058440EA1C7}" srcId="{9C688E23-E542-4850-858A-61924AF5A4BB}" destId="{E5E3DEB4-4092-4CA5-BDF6-907619FBCE36}" srcOrd="0" destOrd="0" parTransId="{F447C4B3-C23A-4592-A1D3-68B48CB0F972}" sibTransId="{4894406C-D68B-484D-A577-376383BC8B84}"/>
    <dgm:cxn modelId="{163BAFCC-E4C2-4DEF-86AE-CC48739D7020}" type="presOf" srcId="{30560C32-2D62-48E4-B848-5546BBE61E82}" destId="{B1EFB5AB-142C-44D0-BBF1-BF3152310E7B}" srcOrd="0" destOrd="0" presId="urn:microsoft.com/office/officeart/2018/2/layout/IconVerticalSolidList"/>
    <dgm:cxn modelId="{9F7033D0-DDA5-4EB1-ABB9-1EA3811ABC27}" type="presOf" srcId="{782B22A3-B2BC-4B79-A15E-B176AF921850}" destId="{2B628E85-C29C-44F6-B061-475B4A9327A1}" srcOrd="0" destOrd="0" presId="urn:microsoft.com/office/officeart/2018/2/layout/IconVerticalSolidList"/>
    <dgm:cxn modelId="{27B6C2F0-B259-4613-8E10-F9BA47445909}" type="presOf" srcId="{D48C471E-D095-420A-B77F-6269A9E00068}" destId="{25CD1D93-BC6D-4DA6-A2B9-EF48596B3C1B}" srcOrd="0" destOrd="0" presId="urn:microsoft.com/office/officeart/2018/2/layout/IconVerticalSolidList"/>
    <dgm:cxn modelId="{8419972C-D0BF-4F20-A5C4-0FA73D081588}" type="presParOf" srcId="{C545BDB7-0DBA-4681-B8B0-860E8060A8FC}" destId="{6475641C-8921-4F6A-AFBB-1B36C195E21D}" srcOrd="0" destOrd="0" presId="urn:microsoft.com/office/officeart/2018/2/layout/IconVerticalSolidList"/>
    <dgm:cxn modelId="{F0B73638-38DC-4CFA-84CB-E29B2EF2741F}" type="presParOf" srcId="{6475641C-8921-4F6A-AFBB-1B36C195E21D}" destId="{1C1A6F5C-DEBC-4C57-BF42-9B8C84577301}" srcOrd="0" destOrd="0" presId="urn:microsoft.com/office/officeart/2018/2/layout/IconVerticalSolidList"/>
    <dgm:cxn modelId="{5361D2CB-0BDC-4810-AEAD-37AE07E774B0}" type="presParOf" srcId="{6475641C-8921-4F6A-AFBB-1B36C195E21D}" destId="{AA26A5A7-820F-4A5F-B4A2-242BECC85C6E}" srcOrd="1" destOrd="0" presId="urn:microsoft.com/office/officeart/2018/2/layout/IconVerticalSolidList"/>
    <dgm:cxn modelId="{9AE57DC6-FA7C-4A14-9CB9-04D248C36470}" type="presParOf" srcId="{6475641C-8921-4F6A-AFBB-1B36C195E21D}" destId="{4638A8C6-3D52-46E3-A706-D61F667792F9}" srcOrd="2" destOrd="0" presId="urn:microsoft.com/office/officeart/2018/2/layout/IconVerticalSolidList"/>
    <dgm:cxn modelId="{7054D3F0-7464-41C4-9148-FBC9CCB924B6}" type="presParOf" srcId="{6475641C-8921-4F6A-AFBB-1B36C195E21D}" destId="{05A2B493-60DE-4969-805A-690EEAB5CDCE}" srcOrd="3" destOrd="0" presId="urn:microsoft.com/office/officeart/2018/2/layout/IconVerticalSolidList"/>
    <dgm:cxn modelId="{27A1F84F-1103-47A8-9946-C7BF500E81EA}" type="presParOf" srcId="{C545BDB7-0DBA-4681-B8B0-860E8060A8FC}" destId="{B12A4DEC-578D-4A4F-AB84-0C1AC2C59CC9}" srcOrd="1" destOrd="0" presId="urn:microsoft.com/office/officeart/2018/2/layout/IconVerticalSolidList"/>
    <dgm:cxn modelId="{54B0DB5C-0C4D-4B45-9798-64E3B2874F7A}" type="presParOf" srcId="{C545BDB7-0DBA-4681-B8B0-860E8060A8FC}" destId="{CA0C8A2F-EC3C-4956-995E-19C8292EEC58}" srcOrd="2" destOrd="0" presId="urn:microsoft.com/office/officeart/2018/2/layout/IconVerticalSolidList"/>
    <dgm:cxn modelId="{E0383E39-2239-41F2-BF70-61DBD23A394D}" type="presParOf" srcId="{CA0C8A2F-EC3C-4956-995E-19C8292EEC58}" destId="{E6D49B09-2E06-4742-AF14-238D6C5F608A}" srcOrd="0" destOrd="0" presId="urn:microsoft.com/office/officeart/2018/2/layout/IconVerticalSolidList"/>
    <dgm:cxn modelId="{32A4069D-D3BE-4409-9F1D-2393FABEF4DD}" type="presParOf" srcId="{CA0C8A2F-EC3C-4956-995E-19C8292EEC58}" destId="{7E1AEA2E-FBE0-4618-9834-4B0AE57C2E9B}" srcOrd="1" destOrd="0" presId="urn:microsoft.com/office/officeart/2018/2/layout/IconVerticalSolidList"/>
    <dgm:cxn modelId="{5A7EA9B9-42AF-4369-9174-75B38B5E8AB7}" type="presParOf" srcId="{CA0C8A2F-EC3C-4956-995E-19C8292EEC58}" destId="{45F3DBC6-24C9-4A80-ACA0-8BF1766E7B7A}" srcOrd="2" destOrd="0" presId="urn:microsoft.com/office/officeart/2018/2/layout/IconVerticalSolidList"/>
    <dgm:cxn modelId="{CE2A2241-8D4E-4150-B1C5-921B0ECF824E}" type="presParOf" srcId="{CA0C8A2F-EC3C-4956-995E-19C8292EEC58}" destId="{B1EFB5AB-142C-44D0-BBF1-BF3152310E7B}" srcOrd="3" destOrd="0" presId="urn:microsoft.com/office/officeart/2018/2/layout/IconVerticalSolidList"/>
    <dgm:cxn modelId="{449D9793-850A-4415-9F5F-BE5820E95C7D}" type="presParOf" srcId="{C545BDB7-0DBA-4681-B8B0-860E8060A8FC}" destId="{10CAA0E0-46F7-47F0-9962-4F7F6186B9A7}" srcOrd="3" destOrd="0" presId="urn:microsoft.com/office/officeart/2018/2/layout/IconVerticalSolidList"/>
    <dgm:cxn modelId="{86C74517-D971-46FF-ABA6-E5DF4770D297}" type="presParOf" srcId="{C545BDB7-0DBA-4681-B8B0-860E8060A8FC}" destId="{370ACFEE-9822-402C-AE59-83EE20C0F03B}" srcOrd="4" destOrd="0" presId="urn:microsoft.com/office/officeart/2018/2/layout/IconVerticalSolidList"/>
    <dgm:cxn modelId="{746F7864-21F8-417E-980B-1E42CE0A389F}" type="presParOf" srcId="{370ACFEE-9822-402C-AE59-83EE20C0F03B}" destId="{BA181ABA-C8AF-4F08-8614-76057393C259}" srcOrd="0" destOrd="0" presId="urn:microsoft.com/office/officeart/2018/2/layout/IconVerticalSolidList"/>
    <dgm:cxn modelId="{ACC37C57-514A-4673-941F-3DFA226E0EFE}" type="presParOf" srcId="{370ACFEE-9822-402C-AE59-83EE20C0F03B}" destId="{C3FC4A28-39E7-43A5-BC24-6B877ED0D300}" srcOrd="1" destOrd="0" presId="urn:microsoft.com/office/officeart/2018/2/layout/IconVerticalSolidList"/>
    <dgm:cxn modelId="{5369C253-59D7-402E-9C5A-716A8D5C41ED}" type="presParOf" srcId="{370ACFEE-9822-402C-AE59-83EE20C0F03B}" destId="{5B0E4BFE-2EAD-4DA3-A689-D169874AAD2E}" srcOrd="2" destOrd="0" presId="urn:microsoft.com/office/officeart/2018/2/layout/IconVerticalSolidList"/>
    <dgm:cxn modelId="{5CECD725-D733-4EA3-B339-56B1BE402974}" type="presParOf" srcId="{370ACFEE-9822-402C-AE59-83EE20C0F03B}" destId="{25CD1D93-BC6D-4DA6-A2B9-EF48596B3C1B}" srcOrd="3" destOrd="0" presId="urn:microsoft.com/office/officeart/2018/2/layout/IconVerticalSolidList"/>
    <dgm:cxn modelId="{0D9297D3-3CD4-4A6B-B237-BF8C3C59D68D}" type="presParOf" srcId="{C545BDB7-0DBA-4681-B8B0-860E8060A8FC}" destId="{78F03EA7-383F-40CE-9FD0-17FFCC479C7C}" srcOrd="5" destOrd="0" presId="urn:microsoft.com/office/officeart/2018/2/layout/IconVerticalSolidList"/>
    <dgm:cxn modelId="{8DF5BC54-AB01-417A-B502-30A7335826C9}" type="presParOf" srcId="{C545BDB7-0DBA-4681-B8B0-860E8060A8FC}" destId="{EF27C6B2-B4B4-42F0-8E4A-6217D22436AA}" srcOrd="6" destOrd="0" presId="urn:microsoft.com/office/officeart/2018/2/layout/IconVerticalSolidList"/>
    <dgm:cxn modelId="{FD527613-CB37-4FEF-AE0C-A26EE20E5EC0}" type="presParOf" srcId="{EF27C6B2-B4B4-42F0-8E4A-6217D22436AA}" destId="{DB334C22-F769-412E-B677-221880DC87B7}" srcOrd="0" destOrd="0" presId="urn:microsoft.com/office/officeart/2018/2/layout/IconVerticalSolidList"/>
    <dgm:cxn modelId="{AAE3AFFC-F6A2-4765-A219-DA3D02428DDE}" type="presParOf" srcId="{EF27C6B2-B4B4-42F0-8E4A-6217D22436AA}" destId="{49965E6D-8010-4D01-B379-3D25E9FC30EF}" srcOrd="1" destOrd="0" presId="urn:microsoft.com/office/officeart/2018/2/layout/IconVerticalSolidList"/>
    <dgm:cxn modelId="{5F6A2F7F-0646-42AF-B221-FD349407A0AE}" type="presParOf" srcId="{EF27C6B2-B4B4-42F0-8E4A-6217D22436AA}" destId="{9831D01B-286F-4111-A326-1D4E3EDC380B}" srcOrd="2" destOrd="0" presId="urn:microsoft.com/office/officeart/2018/2/layout/IconVerticalSolidList"/>
    <dgm:cxn modelId="{8BB01D2E-BB19-410E-AA61-CDD0BD0465D8}" type="presParOf" srcId="{EF27C6B2-B4B4-42F0-8E4A-6217D22436AA}" destId="{2B628E85-C29C-44F6-B061-475B4A9327A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74C834-DE2C-45BD-9F14-247BF9196699}">
      <dsp:nvSpPr>
        <dsp:cNvPr id="0" name=""/>
        <dsp:cNvSpPr/>
      </dsp:nvSpPr>
      <dsp:spPr>
        <a:xfrm>
          <a:off x="0" y="0"/>
          <a:ext cx="5914339" cy="658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Estimating player transfer values is complex and subjective</a:t>
          </a:r>
        </a:p>
      </dsp:txBody>
      <dsp:txXfrm>
        <a:off x="19283" y="19283"/>
        <a:ext cx="5126879" cy="619802"/>
      </dsp:txXfrm>
    </dsp:sp>
    <dsp:sp modelId="{81F8867F-1CD4-4330-A0E0-3677B8B8C027}">
      <dsp:nvSpPr>
        <dsp:cNvPr id="0" name=""/>
        <dsp:cNvSpPr/>
      </dsp:nvSpPr>
      <dsp:spPr>
        <a:xfrm>
          <a:off x="441655" y="749808"/>
          <a:ext cx="5914339" cy="658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Traditional methods rely on limited data and expert opinions</a:t>
          </a:r>
        </a:p>
      </dsp:txBody>
      <dsp:txXfrm>
        <a:off x="460938" y="769091"/>
        <a:ext cx="5006178" cy="619801"/>
      </dsp:txXfrm>
    </dsp:sp>
    <dsp:sp modelId="{6F0CB1A3-22D1-4574-876B-6D4C58398E77}">
      <dsp:nvSpPr>
        <dsp:cNvPr id="0" name=""/>
        <dsp:cNvSpPr/>
      </dsp:nvSpPr>
      <dsp:spPr>
        <a:xfrm>
          <a:off x="883310" y="1499616"/>
          <a:ext cx="5914339" cy="658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Lack of real-time, data-driven valuation systems</a:t>
          </a:r>
        </a:p>
      </dsp:txBody>
      <dsp:txXfrm>
        <a:off x="902593" y="1518899"/>
        <a:ext cx="5006178" cy="619801"/>
      </dsp:txXfrm>
    </dsp:sp>
    <dsp:sp modelId="{81CECF37-12E2-49A7-850A-BA44448D3E45}">
      <dsp:nvSpPr>
        <dsp:cNvPr id="0" name=""/>
        <dsp:cNvSpPr/>
      </dsp:nvSpPr>
      <dsp:spPr>
        <a:xfrm>
          <a:off x="1324965" y="2249424"/>
          <a:ext cx="5914339" cy="658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Market volatility and multiple influencing factors (performance, sentiment, injuries)</a:t>
          </a:r>
        </a:p>
      </dsp:txBody>
      <dsp:txXfrm>
        <a:off x="1344248" y="2268707"/>
        <a:ext cx="5006178" cy="619802"/>
      </dsp:txXfrm>
    </dsp:sp>
    <dsp:sp modelId="{89A8678E-0AC2-4075-B1AB-68152E22E426}">
      <dsp:nvSpPr>
        <dsp:cNvPr id="0" name=""/>
        <dsp:cNvSpPr/>
      </dsp:nvSpPr>
      <dsp:spPr>
        <a:xfrm>
          <a:off x="1766620" y="2999232"/>
          <a:ext cx="5914339" cy="658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Need for accurate, dynamic prediction models for clubs and stakeholders</a:t>
          </a:r>
        </a:p>
      </dsp:txBody>
      <dsp:txXfrm>
        <a:off x="1785903" y="3018515"/>
        <a:ext cx="5006178" cy="619801"/>
      </dsp:txXfrm>
    </dsp:sp>
    <dsp:sp modelId="{893A8D13-71FF-474C-A576-1968198A3FCD}">
      <dsp:nvSpPr>
        <dsp:cNvPr id="0" name=""/>
        <dsp:cNvSpPr/>
      </dsp:nvSpPr>
      <dsp:spPr>
        <a:xfrm>
          <a:off x="5486400" y="480974"/>
          <a:ext cx="427939" cy="42793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582686" y="480974"/>
        <a:ext cx="235367" cy="322024"/>
      </dsp:txXfrm>
    </dsp:sp>
    <dsp:sp modelId="{72F83F49-6292-4358-AD42-9593674B1070}">
      <dsp:nvSpPr>
        <dsp:cNvPr id="0" name=""/>
        <dsp:cNvSpPr/>
      </dsp:nvSpPr>
      <dsp:spPr>
        <a:xfrm>
          <a:off x="5928055" y="1230782"/>
          <a:ext cx="427939" cy="42793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024341" y="1230782"/>
        <a:ext cx="235367" cy="322024"/>
      </dsp:txXfrm>
    </dsp:sp>
    <dsp:sp modelId="{261E3F8F-3A33-4D63-B3A0-456375C54E86}">
      <dsp:nvSpPr>
        <dsp:cNvPr id="0" name=""/>
        <dsp:cNvSpPr/>
      </dsp:nvSpPr>
      <dsp:spPr>
        <a:xfrm>
          <a:off x="6369710" y="1969617"/>
          <a:ext cx="427939" cy="42793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465996" y="1969617"/>
        <a:ext cx="235367" cy="322024"/>
      </dsp:txXfrm>
    </dsp:sp>
    <dsp:sp modelId="{1CF7E37A-682D-4314-8BEE-A8595C0D28FE}">
      <dsp:nvSpPr>
        <dsp:cNvPr id="0" name=""/>
        <dsp:cNvSpPr/>
      </dsp:nvSpPr>
      <dsp:spPr>
        <a:xfrm>
          <a:off x="6811365" y="2726740"/>
          <a:ext cx="427939" cy="42793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907651" y="2726740"/>
        <a:ext cx="235367" cy="3220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D1F61-8D75-4EC2-85A9-797B85EBC106}">
      <dsp:nvSpPr>
        <dsp:cNvPr id="0" name=""/>
        <dsp:cNvSpPr/>
      </dsp:nvSpPr>
      <dsp:spPr>
        <a:xfrm>
          <a:off x="826478" y="9957"/>
          <a:ext cx="798033" cy="7980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900813-60ED-4D3E-92EA-8BE9ABB963CB}">
      <dsp:nvSpPr>
        <dsp:cNvPr id="0" name=""/>
        <dsp:cNvSpPr/>
      </dsp:nvSpPr>
      <dsp:spPr>
        <a:xfrm>
          <a:off x="994065" y="177544"/>
          <a:ext cx="462859" cy="4628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0C5876-23E2-4D50-B6C2-D9F0E6E2B2AB}">
      <dsp:nvSpPr>
        <dsp:cNvPr id="0" name=""/>
        <dsp:cNvSpPr/>
      </dsp:nvSpPr>
      <dsp:spPr>
        <a:xfrm>
          <a:off x="1795518" y="9957"/>
          <a:ext cx="1881079" cy="798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AI-driven prediction system integrating multi-source data</a:t>
          </a:r>
        </a:p>
      </dsp:txBody>
      <dsp:txXfrm>
        <a:off x="1795518" y="9957"/>
        <a:ext cx="1881079" cy="798033"/>
      </dsp:txXfrm>
    </dsp:sp>
    <dsp:sp modelId="{10687CF7-DF76-4035-B6B5-A2FAEF7C12B5}">
      <dsp:nvSpPr>
        <dsp:cNvPr id="0" name=""/>
        <dsp:cNvSpPr/>
      </dsp:nvSpPr>
      <dsp:spPr>
        <a:xfrm>
          <a:off x="4004361" y="9957"/>
          <a:ext cx="798033" cy="7980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73915C-272B-4089-BF67-49FEEB2B2EC8}">
      <dsp:nvSpPr>
        <dsp:cNvPr id="0" name=""/>
        <dsp:cNvSpPr/>
      </dsp:nvSpPr>
      <dsp:spPr>
        <a:xfrm>
          <a:off x="4171948" y="177544"/>
          <a:ext cx="462859" cy="4628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40E9B-C4B6-4829-99CF-A01AAD33964E}">
      <dsp:nvSpPr>
        <dsp:cNvPr id="0" name=""/>
        <dsp:cNvSpPr/>
      </dsp:nvSpPr>
      <dsp:spPr>
        <a:xfrm>
          <a:off x="4973402" y="9957"/>
          <a:ext cx="1881079" cy="798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Time-series forecasting using LSTM neural networks</a:t>
          </a:r>
        </a:p>
      </dsp:txBody>
      <dsp:txXfrm>
        <a:off x="4973402" y="9957"/>
        <a:ext cx="1881079" cy="798033"/>
      </dsp:txXfrm>
    </dsp:sp>
    <dsp:sp modelId="{C660B784-BD1E-4186-9FAF-193395240B03}">
      <dsp:nvSpPr>
        <dsp:cNvPr id="0" name=""/>
        <dsp:cNvSpPr/>
      </dsp:nvSpPr>
      <dsp:spPr>
        <a:xfrm>
          <a:off x="826478" y="1429783"/>
          <a:ext cx="798033" cy="7980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A6F7FA-31D3-4BA7-96B5-52DFC11F5FC5}">
      <dsp:nvSpPr>
        <dsp:cNvPr id="0" name=""/>
        <dsp:cNvSpPr/>
      </dsp:nvSpPr>
      <dsp:spPr>
        <a:xfrm>
          <a:off x="994065" y="1597370"/>
          <a:ext cx="462859" cy="4628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B4AA9-1870-42DD-8C67-0CC133229EEE}">
      <dsp:nvSpPr>
        <dsp:cNvPr id="0" name=""/>
        <dsp:cNvSpPr/>
      </dsp:nvSpPr>
      <dsp:spPr>
        <a:xfrm>
          <a:off x="1795518" y="1429783"/>
          <a:ext cx="1881079" cy="798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Sentiment analysis from social media (VADER &amp; TextBlob)</a:t>
          </a:r>
        </a:p>
      </dsp:txBody>
      <dsp:txXfrm>
        <a:off x="1795518" y="1429783"/>
        <a:ext cx="1881079" cy="798033"/>
      </dsp:txXfrm>
    </dsp:sp>
    <dsp:sp modelId="{616F1E74-E0FD-488A-991E-94254C39D73C}">
      <dsp:nvSpPr>
        <dsp:cNvPr id="0" name=""/>
        <dsp:cNvSpPr/>
      </dsp:nvSpPr>
      <dsp:spPr>
        <a:xfrm>
          <a:off x="4004361" y="1429783"/>
          <a:ext cx="798033" cy="7980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422AFF-73E9-466B-A36E-8E4329AEAF3F}">
      <dsp:nvSpPr>
        <dsp:cNvPr id="0" name=""/>
        <dsp:cNvSpPr/>
      </dsp:nvSpPr>
      <dsp:spPr>
        <a:xfrm>
          <a:off x="4171948" y="1597370"/>
          <a:ext cx="462859" cy="4628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386F07-5C02-47D1-A748-5EBE8B05C752}">
      <dsp:nvSpPr>
        <dsp:cNvPr id="0" name=""/>
        <dsp:cNvSpPr/>
      </dsp:nvSpPr>
      <dsp:spPr>
        <a:xfrm>
          <a:off x="4973402" y="1429783"/>
          <a:ext cx="1881079" cy="798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Ensemble machine learning approach combining multiple models</a:t>
          </a:r>
        </a:p>
      </dsp:txBody>
      <dsp:txXfrm>
        <a:off x="4973402" y="1429783"/>
        <a:ext cx="1881079" cy="798033"/>
      </dsp:txXfrm>
    </dsp:sp>
    <dsp:sp modelId="{B883702B-2D76-4178-A93B-B4AE7A0AF6E4}">
      <dsp:nvSpPr>
        <dsp:cNvPr id="0" name=""/>
        <dsp:cNvSpPr/>
      </dsp:nvSpPr>
      <dsp:spPr>
        <a:xfrm>
          <a:off x="826478" y="2849608"/>
          <a:ext cx="798033" cy="7980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C27EE0-3929-4F36-B361-09BCC3065796}">
      <dsp:nvSpPr>
        <dsp:cNvPr id="0" name=""/>
        <dsp:cNvSpPr/>
      </dsp:nvSpPr>
      <dsp:spPr>
        <a:xfrm>
          <a:off x="994065" y="3017195"/>
          <a:ext cx="462859" cy="4628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E384E-2947-4A1A-86AD-1DF393F25FAE}">
      <dsp:nvSpPr>
        <dsp:cNvPr id="0" name=""/>
        <dsp:cNvSpPr/>
      </dsp:nvSpPr>
      <dsp:spPr>
        <a:xfrm>
          <a:off x="1795518" y="2849608"/>
          <a:ext cx="1881079" cy="798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Interactive dashboard for real-time player valuation insights</a:t>
          </a:r>
        </a:p>
      </dsp:txBody>
      <dsp:txXfrm>
        <a:off x="1795518" y="2849608"/>
        <a:ext cx="1881079" cy="798033"/>
      </dsp:txXfrm>
    </dsp:sp>
    <dsp:sp modelId="{DA8E5416-440E-4DD3-8D4E-0BE608B8BEE4}">
      <dsp:nvSpPr>
        <dsp:cNvPr id="0" name=""/>
        <dsp:cNvSpPr/>
      </dsp:nvSpPr>
      <dsp:spPr>
        <a:xfrm>
          <a:off x="4004361" y="2849608"/>
          <a:ext cx="798033" cy="7980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E7A7C5-65E4-42F2-A83E-94844EA88919}">
      <dsp:nvSpPr>
        <dsp:cNvPr id="0" name=""/>
        <dsp:cNvSpPr/>
      </dsp:nvSpPr>
      <dsp:spPr>
        <a:xfrm>
          <a:off x="4171948" y="3017195"/>
          <a:ext cx="462859" cy="4628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74772D-568B-412F-A5CC-55251452B035}">
      <dsp:nvSpPr>
        <dsp:cNvPr id="0" name=""/>
        <dsp:cNvSpPr/>
      </dsp:nvSpPr>
      <dsp:spPr>
        <a:xfrm>
          <a:off x="4973402" y="2849608"/>
          <a:ext cx="1881079" cy="798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Historical data analysis with future value predictions</a:t>
          </a:r>
        </a:p>
      </dsp:txBody>
      <dsp:txXfrm>
        <a:off x="4973402" y="2849608"/>
        <a:ext cx="1881079" cy="7980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99E85-0146-4B5B-B5C5-7B349B2285F2}">
      <dsp:nvSpPr>
        <dsp:cNvPr id="0" name=""/>
        <dsp:cNvSpPr/>
      </dsp:nvSpPr>
      <dsp:spPr>
        <a:xfrm>
          <a:off x="0" y="1183"/>
          <a:ext cx="7680960" cy="5041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E88423-ADB4-44BC-8190-EDC94B4FD9AA}">
      <dsp:nvSpPr>
        <dsp:cNvPr id="0" name=""/>
        <dsp:cNvSpPr/>
      </dsp:nvSpPr>
      <dsp:spPr>
        <a:xfrm>
          <a:off x="152511" y="114621"/>
          <a:ext cx="277293" cy="277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88DA3E-3C80-4676-8FCB-0C9F7DF567F0}">
      <dsp:nvSpPr>
        <dsp:cNvPr id="0" name=""/>
        <dsp:cNvSpPr/>
      </dsp:nvSpPr>
      <dsp:spPr>
        <a:xfrm>
          <a:off x="582316" y="1183"/>
          <a:ext cx="7098643" cy="504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58" tIns="53358" rIns="53358" bIns="533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Collection → Performance stats, market data, social media, injuries</a:t>
          </a:r>
        </a:p>
      </dsp:txBody>
      <dsp:txXfrm>
        <a:off x="582316" y="1183"/>
        <a:ext cx="7098643" cy="504170"/>
      </dsp:txXfrm>
    </dsp:sp>
    <dsp:sp modelId="{5A4B5231-E63B-42A2-A949-83E18E1405F2}">
      <dsp:nvSpPr>
        <dsp:cNvPr id="0" name=""/>
        <dsp:cNvSpPr/>
      </dsp:nvSpPr>
      <dsp:spPr>
        <a:xfrm>
          <a:off x="0" y="631395"/>
          <a:ext cx="7680960" cy="5041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DF2CE9-4992-4EB0-ACE4-6705D10040D6}">
      <dsp:nvSpPr>
        <dsp:cNvPr id="0" name=""/>
        <dsp:cNvSpPr/>
      </dsp:nvSpPr>
      <dsp:spPr>
        <a:xfrm>
          <a:off x="152511" y="744834"/>
          <a:ext cx="277293" cy="277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FC4335-358E-4CAB-A11D-C82564AD4A21}">
      <dsp:nvSpPr>
        <dsp:cNvPr id="0" name=""/>
        <dsp:cNvSpPr/>
      </dsp:nvSpPr>
      <dsp:spPr>
        <a:xfrm>
          <a:off x="582316" y="631395"/>
          <a:ext cx="7098643" cy="504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58" tIns="53358" rIns="53358" bIns="533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Preprocessing → Cleaning, normalization, feature engineering</a:t>
          </a:r>
        </a:p>
      </dsp:txBody>
      <dsp:txXfrm>
        <a:off x="582316" y="631395"/>
        <a:ext cx="7098643" cy="504170"/>
      </dsp:txXfrm>
    </dsp:sp>
    <dsp:sp modelId="{C50B2BCB-4FFF-4E18-BCDD-0208B387870D}">
      <dsp:nvSpPr>
        <dsp:cNvPr id="0" name=""/>
        <dsp:cNvSpPr/>
      </dsp:nvSpPr>
      <dsp:spPr>
        <a:xfrm>
          <a:off x="0" y="1261608"/>
          <a:ext cx="7680960" cy="5041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BF442F-9BD6-493D-BB10-B84D5C346697}">
      <dsp:nvSpPr>
        <dsp:cNvPr id="0" name=""/>
        <dsp:cNvSpPr/>
      </dsp:nvSpPr>
      <dsp:spPr>
        <a:xfrm>
          <a:off x="152511" y="1375046"/>
          <a:ext cx="277293" cy="277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843DB3-D1ED-4D78-9DEC-F0A9517F7C5F}">
      <dsp:nvSpPr>
        <dsp:cNvPr id="0" name=""/>
        <dsp:cNvSpPr/>
      </dsp:nvSpPr>
      <dsp:spPr>
        <a:xfrm>
          <a:off x="582316" y="1261608"/>
          <a:ext cx="7098643" cy="504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58" tIns="53358" rIns="53358" bIns="533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Sentiment Analysis → VADER scoring, polarity analysis, classification</a:t>
          </a:r>
        </a:p>
      </dsp:txBody>
      <dsp:txXfrm>
        <a:off x="582316" y="1261608"/>
        <a:ext cx="7098643" cy="504170"/>
      </dsp:txXfrm>
    </dsp:sp>
    <dsp:sp modelId="{5101E9B1-296E-4522-B3A2-E2BE23F4DFF0}">
      <dsp:nvSpPr>
        <dsp:cNvPr id="0" name=""/>
        <dsp:cNvSpPr/>
      </dsp:nvSpPr>
      <dsp:spPr>
        <a:xfrm>
          <a:off x="0" y="1891821"/>
          <a:ext cx="7680960" cy="5041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67C3EB-4E91-4FC7-8B9C-EC7CE8B15C34}">
      <dsp:nvSpPr>
        <dsp:cNvPr id="0" name=""/>
        <dsp:cNvSpPr/>
      </dsp:nvSpPr>
      <dsp:spPr>
        <a:xfrm>
          <a:off x="152511" y="2005259"/>
          <a:ext cx="277293" cy="277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65858C-B795-4F34-8600-63A889E193F5}">
      <dsp:nvSpPr>
        <dsp:cNvPr id="0" name=""/>
        <dsp:cNvSpPr/>
      </dsp:nvSpPr>
      <dsp:spPr>
        <a:xfrm>
          <a:off x="582316" y="1891821"/>
          <a:ext cx="7098643" cy="504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58" tIns="53358" rIns="53358" bIns="533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Model Training → LSTM, XGBoost, ensemble model development</a:t>
          </a:r>
        </a:p>
      </dsp:txBody>
      <dsp:txXfrm>
        <a:off x="582316" y="1891821"/>
        <a:ext cx="7098643" cy="504170"/>
      </dsp:txXfrm>
    </dsp:sp>
    <dsp:sp modelId="{F36632F9-1E25-4B82-9A56-7CCFB398343F}">
      <dsp:nvSpPr>
        <dsp:cNvPr id="0" name=""/>
        <dsp:cNvSpPr/>
      </dsp:nvSpPr>
      <dsp:spPr>
        <a:xfrm>
          <a:off x="0" y="2522033"/>
          <a:ext cx="7680960" cy="5041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56FF0F-B605-4AD8-A5E2-8741F697902E}">
      <dsp:nvSpPr>
        <dsp:cNvPr id="0" name=""/>
        <dsp:cNvSpPr/>
      </dsp:nvSpPr>
      <dsp:spPr>
        <a:xfrm>
          <a:off x="152511" y="2635472"/>
          <a:ext cx="277293" cy="277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76C50-7A90-49FE-B1B1-EBFC492DC9EB}">
      <dsp:nvSpPr>
        <dsp:cNvPr id="0" name=""/>
        <dsp:cNvSpPr/>
      </dsp:nvSpPr>
      <dsp:spPr>
        <a:xfrm>
          <a:off x="582316" y="2522033"/>
          <a:ext cx="7098643" cy="504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58" tIns="53358" rIns="53358" bIns="533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Prediction → Multi-model predictions with weighted averaging</a:t>
          </a:r>
        </a:p>
      </dsp:txBody>
      <dsp:txXfrm>
        <a:off x="582316" y="2522033"/>
        <a:ext cx="7098643" cy="504170"/>
      </dsp:txXfrm>
    </dsp:sp>
    <dsp:sp modelId="{8C0B2435-582F-4D8E-BA33-DF4DE8B73385}">
      <dsp:nvSpPr>
        <dsp:cNvPr id="0" name=""/>
        <dsp:cNvSpPr/>
      </dsp:nvSpPr>
      <dsp:spPr>
        <a:xfrm>
          <a:off x="0" y="3152246"/>
          <a:ext cx="7680960" cy="5041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20EB59-89AE-4289-919E-BC588265E005}">
      <dsp:nvSpPr>
        <dsp:cNvPr id="0" name=""/>
        <dsp:cNvSpPr/>
      </dsp:nvSpPr>
      <dsp:spPr>
        <a:xfrm>
          <a:off x="152511" y="3265684"/>
          <a:ext cx="277293" cy="277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5832B6-1464-4E2A-8DCF-11415152606E}">
      <dsp:nvSpPr>
        <dsp:cNvPr id="0" name=""/>
        <dsp:cNvSpPr/>
      </dsp:nvSpPr>
      <dsp:spPr>
        <a:xfrm>
          <a:off x="582316" y="3152246"/>
          <a:ext cx="7098643" cy="504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58" tIns="53358" rIns="53358" bIns="533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Visualization → Interactive dashboard with real-time insights</a:t>
          </a:r>
        </a:p>
      </dsp:txBody>
      <dsp:txXfrm>
        <a:off x="582316" y="3152246"/>
        <a:ext cx="7098643" cy="5041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B3AA28-AAA8-4251-8B55-C116DF79145E}">
      <dsp:nvSpPr>
        <dsp:cNvPr id="0" name=""/>
        <dsp:cNvSpPr/>
      </dsp:nvSpPr>
      <dsp:spPr>
        <a:xfrm>
          <a:off x="1188779" y="797517"/>
          <a:ext cx="2425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2507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3205" y="841871"/>
        <a:ext cx="13655" cy="2731"/>
      </dsp:txXfrm>
    </dsp:sp>
    <dsp:sp modelId="{74DCEF19-61EA-4942-9CFC-8061C15C6D44}">
      <dsp:nvSpPr>
        <dsp:cNvPr id="0" name=""/>
        <dsp:cNvSpPr/>
      </dsp:nvSpPr>
      <dsp:spPr>
        <a:xfrm>
          <a:off x="3154" y="487009"/>
          <a:ext cx="1187425" cy="712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185" tIns="61075" rIns="58185" bIns="6107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Technical Feasibility:</a:t>
          </a:r>
        </a:p>
      </dsp:txBody>
      <dsp:txXfrm>
        <a:off x="3154" y="487009"/>
        <a:ext cx="1187425" cy="712455"/>
      </dsp:txXfrm>
    </dsp:sp>
    <dsp:sp modelId="{001AE8F9-DF55-465F-B8E0-440AE0B0D4E0}">
      <dsp:nvSpPr>
        <dsp:cNvPr id="0" name=""/>
        <dsp:cNvSpPr/>
      </dsp:nvSpPr>
      <dsp:spPr>
        <a:xfrm>
          <a:off x="2649312" y="797517"/>
          <a:ext cx="2425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2507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63738" y="841871"/>
        <a:ext cx="13655" cy="2731"/>
      </dsp:txXfrm>
    </dsp:sp>
    <dsp:sp modelId="{E0FC37E0-63A8-4DC3-8528-C5A99146CFF5}">
      <dsp:nvSpPr>
        <dsp:cNvPr id="0" name=""/>
        <dsp:cNvSpPr/>
      </dsp:nvSpPr>
      <dsp:spPr>
        <a:xfrm>
          <a:off x="1463687" y="487009"/>
          <a:ext cx="1187425" cy="712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185" tIns="61075" rIns="58185" bIns="6107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Open-source libraries available</a:t>
          </a:r>
        </a:p>
      </dsp:txBody>
      <dsp:txXfrm>
        <a:off x="1463687" y="487009"/>
        <a:ext cx="1187425" cy="712455"/>
      </dsp:txXfrm>
    </dsp:sp>
    <dsp:sp modelId="{8E91D7BA-E88E-46B6-A69F-B79B3F52FA7A}">
      <dsp:nvSpPr>
        <dsp:cNvPr id="0" name=""/>
        <dsp:cNvSpPr/>
      </dsp:nvSpPr>
      <dsp:spPr>
        <a:xfrm>
          <a:off x="596867" y="1197664"/>
          <a:ext cx="2921065" cy="242507"/>
        </a:xfrm>
        <a:custGeom>
          <a:avLst/>
          <a:gdLst/>
          <a:ahLst/>
          <a:cxnLst/>
          <a:rect l="0" t="0" r="0" b="0"/>
          <a:pathLst>
            <a:path>
              <a:moveTo>
                <a:pt x="2921065" y="0"/>
              </a:moveTo>
              <a:lnTo>
                <a:pt x="2921065" y="138353"/>
              </a:lnTo>
              <a:lnTo>
                <a:pt x="0" y="138353"/>
              </a:lnTo>
              <a:lnTo>
                <a:pt x="0" y="242507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84054" y="1317553"/>
        <a:ext cx="146690" cy="2731"/>
      </dsp:txXfrm>
    </dsp:sp>
    <dsp:sp modelId="{0580D38C-CA1B-4902-B92C-C84C68BE238A}">
      <dsp:nvSpPr>
        <dsp:cNvPr id="0" name=""/>
        <dsp:cNvSpPr/>
      </dsp:nvSpPr>
      <dsp:spPr>
        <a:xfrm>
          <a:off x="2924220" y="487009"/>
          <a:ext cx="1187425" cy="712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185" tIns="61075" rIns="58185" bIns="6107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Proven ML algorithms (LSTM, XGBoost)</a:t>
          </a:r>
        </a:p>
      </dsp:txBody>
      <dsp:txXfrm>
        <a:off x="2924220" y="487009"/>
        <a:ext cx="1187425" cy="712455"/>
      </dsp:txXfrm>
    </dsp:sp>
    <dsp:sp modelId="{AF646BA8-4756-464D-BB97-3EB1443DA889}">
      <dsp:nvSpPr>
        <dsp:cNvPr id="0" name=""/>
        <dsp:cNvSpPr/>
      </dsp:nvSpPr>
      <dsp:spPr>
        <a:xfrm>
          <a:off x="1188779" y="1783079"/>
          <a:ext cx="2425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2507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3205" y="1827434"/>
        <a:ext cx="13655" cy="2731"/>
      </dsp:txXfrm>
    </dsp:sp>
    <dsp:sp modelId="{2F302590-405C-4176-84F4-F4F169A8AA0B}">
      <dsp:nvSpPr>
        <dsp:cNvPr id="0" name=""/>
        <dsp:cNvSpPr/>
      </dsp:nvSpPr>
      <dsp:spPr>
        <a:xfrm>
          <a:off x="3154" y="1472572"/>
          <a:ext cx="1187425" cy="712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185" tIns="61075" rIns="58185" bIns="6107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Accessible data sources</a:t>
          </a:r>
        </a:p>
      </dsp:txBody>
      <dsp:txXfrm>
        <a:off x="3154" y="1472572"/>
        <a:ext cx="1187425" cy="712455"/>
      </dsp:txXfrm>
    </dsp:sp>
    <dsp:sp modelId="{28521C34-52D6-4D36-8BC1-A543493B7209}">
      <dsp:nvSpPr>
        <dsp:cNvPr id="0" name=""/>
        <dsp:cNvSpPr/>
      </dsp:nvSpPr>
      <dsp:spPr>
        <a:xfrm>
          <a:off x="2649312" y="1783079"/>
          <a:ext cx="2425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2507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63738" y="1827434"/>
        <a:ext cx="13655" cy="2731"/>
      </dsp:txXfrm>
    </dsp:sp>
    <dsp:sp modelId="{4E50184F-C86F-492F-BD1D-D77D1991FCE4}">
      <dsp:nvSpPr>
        <dsp:cNvPr id="0" name=""/>
        <dsp:cNvSpPr/>
      </dsp:nvSpPr>
      <dsp:spPr>
        <a:xfrm>
          <a:off x="1463687" y="1472572"/>
          <a:ext cx="1187425" cy="712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185" tIns="61075" rIns="58185" bIns="6107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Scalable cloud deployment</a:t>
          </a:r>
        </a:p>
      </dsp:txBody>
      <dsp:txXfrm>
        <a:off x="1463687" y="1472572"/>
        <a:ext cx="1187425" cy="712455"/>
      </dsp:txXfrm>
    </dsp:sp>
    <dsp:sp modelId="{EEC4FCDD-35BA-4FEC-B45C-F95566A31D48}">
      <dsp:nvSpPr>
        <dsp:cNvPr id="0" name=""/>
        <dsp:cNvSpPr/>
      </dsp:nvSpPr>
      <dsp:spPr>
        <a:xfrm>
          <a:off x="596867" y="2183227"/>
          <a:ext cx="2921065" cy="242507"/>
        </a:xfrm>
        <a:custGeom>
          <a:avLst/>
          <a:gdLst/>
          <a:ahLst/>
          <a:cxnLst/>
          <a:rect l="0" t="0" r="0" b="0"/>
          <a:pathLst>
            <a:path>
              <a:moveTo>
                <a:pt x="2921065" y="0"/>
              </a:moveTo>
              <a:lnTo>
                <a:pt x="2921065" y="138353"/>
              </a:lnTo>
              <a:lnTo>
                <a:pt x="0" y="138353"/>
              </a:lnTo>
              <a:lnTo>
                <a:pt x="0" y="242507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84054" y="2303115"/>
        <a:ext cx="146690" cy="2731"/>
      </dsp:txXfrm>
    </dsp:sp>
    <dsp:sp modelId="{A2BAF423-A0C8-4C38-AC80-1390B7CFEA8B}">
      <dsp:nvSpPr>
        <dsp:cNvPr id="0" name=""/>
        <dsp:cNvSpPr/>
      </dsp:nvSpPr>
      <dsp:spPr>
        <a:xfrm>
          <a:off x="2924220" y="1472572"/>
          <a:ext cx="1187425" cy="712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185" tIns="61075" rIns="58185" bIns="6107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Data Availability:</a:t>
          </a:r>
        </a:p>
      </dsp:txBody>
      <dsp:txXfrm>
        <a:off x="2924220" y="1472572"/>
        <a:ext cx="1187425" cy="712455"/>
      </dsp:txXfrm>
    </dsp:sp>
    <dsp:sp modelId="{EB2A9BA9-CEA9-4386-A2C7-6D211D14336E}">
      <dsp:nvSpPr>
        <dsp:cNvPr id="0" name=""/>
        <dsp:cNvSpPr/>
      </dsp:nvSpPr>
      <dsp:spPr>
        <a:xfrm>
          <a:off x="1188779" y="2768642"/>
          <a:ext cx="2425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2507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3205" y="2812997"/>
        <a:ext cx="13655" cy="2731"/>
      </dsp:txXfrm>
    </dsp:sp>
    <dsp:sp modelId="{FD07AF0A-DDC4-4434-8426-8DF53241D366}">
      <dsp:nvSpPr>
        <dsp:cNvPr id="0" name=""/>
        <dsp:cNvSpPr/>
      </dsp:nvSpPr>
      <dsp:spPr>
        <a:xfrm>
          <a:off x="3154" y="2458135"/>
          <a:ext cx="1187425" cy="712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185" tIns="61075" rIns="58185" bIns="6107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StatsBomb Open Data</a:t>
          </a:r>
        </a:p>
      </dsp:txBody>
      <dsp:txXfrm>
        <a:off x="3154" y="2458135"/>
        <a:ext cx="1187425" cy="712455"/>
      </dsp:txXfrm>
    </dsp:sp>
    <dsp:sp modelId="{4A3EA44F-8D89-44BA-9CFC-B1E411CABCB4}">
      <dsp:nvSpPr>
        <dsp:cNvPr id="0" name=""/>
        <dsp:cNvSpPr/>
      </dsp:nvSpPr>
      <dsp:spPr>
        <a:xfrm>
          <a:off x="2649312" y="2768642"/>
          <a:ext cx="2425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2507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63738" y="2812997"/>
        <a:ext cx="13655" cy="2731"/>
      </dsp:txXfrm>
    </dsp:sp>
    <dsp:sp modelId="{E079BBA5-2920-43F2-96CA-FE2F2C85DE2F}">
      <dsp:nvSpPr>
        <dsp:cNvPr id="0" name=""/>
        <dsp:cNvSpPr/>
      </dsp:nvSpPr>
      <dsp:spPr>
        <a:xfrm>
          <a:off x="1463687" y="2458135"/>
          <a:ext cx="1187425" cy="712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185" tIns="61075" rIns="58185" bIns="6107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Public transfer market records</a:t>
          </a:r>
        </a:p>
      </dsp:txBody>
      <dsp:txXfrm>
        <a:off x="1463687" y="2458135"/>
        <a:ext cx="1187425" cy="712455"/>
      </dsp:txXfrm>
    </dsp:sp>
    <dsp:sp modelId="{3EF7A313-1530-4944-8D74-FBD11F86C534}">
      <dsp:nvSpPr>
        <dsp:cNvPr id="0" name=""/>
        <dsp:cNvSpPr/>
      </dsp:nvSpPr>
      <dsp:spPr>
        <a:xfrm>
          <a:off x="2924220" y="2458135"/>
          <a:ext cx="1187425" cy="712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185" tIns="61075" rIns="58185" bIns="6107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Social media APIs</a:t>
          </a:r>
        </a:p>
      </dsp:txBody>
      <dsp:txXfrm>
        <a:off x="2924220" y="2458135"/>
        <a:ext cx="1187425" cy="7124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0E269C-C5EE-47CC-8EDF-A074E14D190B}">
      <dsp:nvSpPr>
        <dsp:cNvPr id="0" name=""/>
        <dsp:cNvSpPr/>
      </dsp:nvSpPr>
      <dsp:spPr>
        <a:xfrm>
          <a:off x="1654514" y="2207"/>
          <a:ext cx="678550" cy="6785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For Football Clubs:</a:t>
          </a:r>
        </a:p>
      </dsp:txBody>
      <dsp:txXfrm>
        <a:off x="1753885" y="101578"/>
        <a:ext cx="479808" cy="479808"/>
      </dsp:txXfrm>
    </dsp:sp>
    <dsp:sp modelId="{E998DC2D-022E-4A31-9FE9-239529B1365B}">
      <dsp:nvSpPr>
        <dsp:cNvPr id="0" name=""/>
        <dsp:cNvSpPr/>
      </dsp:nvSpPr>
      <dsp:spPr>
        <a:xfrm rot="1200000">
          <a:off x="2377387" y="399352"/>
          <a:ext cx="179999" cy="2290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379015" y="435919"/>
        <a:ext cx="125999" cy="137406"/>
      </dsp:txXfrm>
    </dsp:sp>
    <dsp:sp modelId="{57BCF355-6EB5-45DD-ADD4-995968A497AC}">
      <dsp:nvSpPr>
        <dsp:cNvPr id="0" name=""/>
        <dsp:cNvSpPr/>
      </dsp:nvSpPr>
      <dsp:spPr>
        <a:xfrm>
          <a:off x="2611283" y="350443"/>
          <a:ext cx="678550" cy="6785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• Data-driven transfer decisions</a:t>
          </a:r>
        </a:p>
      </dsp:txBody>
      <dsp:txXfrm>
        <a:off x="2710654" y="449814"/>
        <a:ext cx="479808" cy="479808"/>
      </dsp:txXfrm>
    </dsp:sp>
    <dsp:sp modelId="{1A2DEAE9-7AE2-4A56-9E6A-9C9851598FDA}">
      <dsp:nvSpPr>
        <dsp:cNvPr id="0" name=""/>
        <dsp:cNvSpPr/>
      </dsp:nvSpPr>
      <dsp:spPr>
        <a:xfrm rot="3600000">
          <a:off x="3112554" y="1011682"/>
          <a:ext cx="179999" cy="2290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126054" y="1034101"/>
        <a:ext cx="125999" cy="137406"/>
      </dsp:txXfrm>
    </dsp:sp>
    <dsp:sp modelId="{60EB5356-B30F-45D2-8E9E-D27403F2B96F}">
      <dsp:nvSpPr>
        <dsp:cNvPr id="0" name=""/>
        <dsp:cNvSpPr/>
      </dsp:nvSpPr>
      <dsp:spPr>
        <a:xfrm>
          <a:off x="3120369" y="1232205"/>
          <a:ext cx="678550" cy="6785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• Risk assessment for signings</a:t>
          </a:r>
        </a:p>
      </dsp:txBody>
      <dsp:txXfrm>
        <a:off x="3219740" y="1331576"/>
        <a:ext cx="479808" cy="479808"/>
      </dsp:txXfrm>
    </dsp:sp>
    <dsp:sp modelId="{44711542-3F34-48A4-811A-24B19A26BB96}">
      <dsp:nvSpPr>
        <dsp:cNvPr id="0" name=""/>
        <dsp:cNvSpPr/>
      </dsp:nvSpPr>
      <dsp:spPr>
        <a:xfrm rot="6000000">
          <a:off x="3282127" y="1953310"/>
          <a:ext cx="179999" cy="2290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10800000">
        <a:off x="3313816" y="1972522"/>
        <a:ext cx="125999" cy="137406"/>
      </dsp:txXfrm>
    </dsp:sp>
    <dsp:sp modelId="{E5441CAE-EFA0-43B1-A40D-D2CFAA78EE2E}">
      <dsp:nvSpPr>
        <dsp:cNvPr id="0" name=""/>
        <dsp:cNvSpPr/>
      </dsp:nvSpPr>
      <dsp:spPr>
        <a:xfrm>
          <a:off x="2943565" y="2234909"/>
          <a:ext cx="678550" cy="6785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• Budget optimization</a:t>
          </a:r>
        </a:p>
      </dsp:txBody>
      <dsp:txXfrm>
        <a:off x="3042936" y="2334280"/>
        <a:ext cx="479808" cy="479808"/>
      </dsp:txXfrm>
    </dsp:sp>
    <dsp:sp modelId="{4C17FF81-EDB0-46A8-8283-D16347909F7F}">
      <dsp:nvSpPr>
        <dsp:cNvPr id="0" name=""/>
        <dsp:cNvSpPr/>
      </dsp:nvSpPr>
      <dsp:spPr>
        <a:xfrm rot="8400000">
          <a:off x="2806760" y="2783638"/>
          <a:ext cx="179999" cy="2290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10800000">
        <a:off x="2854443" y="2812085"/>
        <a:ext cx="125999" cy="137406"/>
      </dsp:txXfrm>
    </dsp:sp>
    <dsp:sp modelId="{B5A17081-D20C-4253-BB81-E5CA4524AE2A}">
      <dsp:nvSpPr>
        <dsp:cNvPr id="0" name=""/>
        <dsp:cNvSpPr/>
      </dsp:nvSpPr>
      <dsp:spPr>
        <a:xfrm>
          <a:off x="2163600" y="2889377"/>
          <a:ext cx="678550" cy="6785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• Competitive advantage</a:t>
          </a:r>
        </a:p>
      </dsp:txBody>
      <dsp:txXfrm>
        <a:off x="2262971" y="2988748"/>
        <a:ext cx="479808" cy="479808"/>
      </dsp:txXfrm>
    </dsp:sp>
    <dsp:sp modelId="{FE764DA5-6B0F-4DE3-AB81-6EDC39A0FA1A}">
      <dsp:nvSpPr>
        <dsp:cNvPr id="0" name=""/>
        <dsp:cNvSpPr/>
      </dsp:nvSpPr>
      <dsp:spPr>
        <a:xfrm rot="10800000">
          <a:off x="1908884" y="3114147"/>
          <a:ext cx="179999" cy="2290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10800000">
        <a:off x="1962884" y="3159949"/>
        <a:ext cx="125999" cy="137406"/>
      </dsp:txXfrm>
    </dsp:sp>
    <dsp:sp modelId="{373B97AE-DEBE-4DCC-8C15-5D0FC0BC3518}">
      <dsp:nvSpPr>
        <dsp:cNvPr id="0" name=""/>
        <dsp:cNvSpPr/>
      </dsp:nvSpPr>
      <dsp:spPr>
        <a:xfrm>
          <a:off x="1145428" y="2889377"/>
          <a:ext cx="678550" cy="6785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For Agents:</a:t>
          </a:r>
        </a:p>
      </dsp:txBody>
      <dsp:txXfrm>
        <a:off x="1244799" y="2988748"/>
        <a:ext cx="479808" cy="479808"/>
      </dsp:txXfrm>
    </dsp:sp>
    <dsp:sp modelId="{3375C550-F264-4333-AFAE-67422A66116C}">
      <dsp:nvSpPr>
        <dsp:cNvPr id="0" name=""/>
        <dsp:cNvSpPr/>
      </dsp:nvSpPr>
      <dsp:spPr>
        <a:xfrm rot="13200000">
          <a:off x="1008623" y="2790188"/>
          <a:ext cx="179999" cy="2290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10800000">
        <a:off x="1056306" y="2853345"/>
        <a:ext cx="125999" cy="137406"/>
      </dsp:txXfrm>
    </dsp:sp>
    <dsp:sp modelId="{0CC108C2-61CA-4D3B-8037-4457D1A24F62}">
      <dsp:nvSpPr>
        <dsp:cNvPr id="0" name=""/>
        <dsp:cNvSpPr/>
      </dsp:nvSpPr>
      <dsp:spPr>
        <a:xfrm>
          <a:off x="365463" y="2234909"/>
          <a:ext cx="678550" cy="6785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• Objective player valuations</a:t>
          </a:r>
        </a:p>
      </dsp:txBody>
      <dsp:txXfrm>
        <a:off x="464834" y="2334280"/>
        <a:ext cx="479808" cy="479808"/>
      </dsp:txXfrm>
    </dsp:sp>
    <dsp:sp modelId="{8AE37B7E-FB89-4685-A1A5-F645B1B18DB3}">
      <dsp:nvSpPr>
        <dsp:cNvPr id="0" name=""/>
        <dsp:cNvSpPr/>
      </dsp:nvSpPr>
      <dsp:spPr>
        <a:xfrm rot="15600000">
          <a:off x="527221" y="1963344"/>
          <a:ext cx="179999" cy="2290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10800000">
        <a:off x="558910" y="2035736"/>
        <a:ext cx="125999" cy="137406"/>
      </dsp:txXfrm>
    </dsp:sp>
    <dsp:sp modelId="{1A90A978-7894-4A7F-A743-EC799BC6D9A7}">
      <dsp:nvSpPr>
        <dsp:cNvPr id="0" name=""/>
        <dsp:cNvSpPr/>
      </dsp:nvSpPr>
      <dsp:spPr>
        <a:xfrm>
          <a:off x="188659" y="1232205"/>
          <a:ext cx="678550" cy="6785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• Negotiation support</a:t>
          </a:r>
        </a:p>
      </dsp:txBody>
      <dsp:txXfrm>
        <a:off x="288030" y="1331576"/>
        <a:ext cx="479808" cy="479808"/>
      </dsp:txXfrm>
    </dsp:sp>
    <dsp:sp modelId="{7F072386-52CA-43BC-9636-57D5ECC07CEE}">
      <dsp:nvSpPr>
        <dsp:cNvPr id="0" name=""/>
        <dsp:cNvSpPr/>
      </dsp:nvSpPr>
      <dsp:spPr>
        <a:xfrm rot="18000000">
          <a:off x="689930" y="1020506"/>
          <a:ext cx="179999" cy="2290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703430" y="1089691"/>
        <a:ext cx="125999" cy="137406"/>
      </dsp:txXfrm>
    </dsp:sp>
    <dsp:sp modelId="{38D19CB0-5255-4B82-A3DA-D53042CA277E}">
      <dsp:nvSpPr>
        <dsp:cNvPr id="0" name=""/>
        <dsp:cNvSpPr/>
      </dsp:nvSpPr>
      <dsp:spPr>
        <a:xfrm>
          <a:off x="697745" y="350443"/>
          <a:ext cx="678550" cy="6785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• Market trend insights</a:t>
          </a:r>
        </a:p>
      </dsp:txBody>
      <dsp:txXfrm>
        <a:off x="797116" y="449814"/>
        <a:ext cx="479808" cy="479808"/>
      </dsp:txXfrm>
    </dsp:sp>
    <dsp:sp modelId="{E519A2BA-537F-4A08-8882-A9ABE4C7AEBE}">
      <dsp:nvSpPr>
        <dsp:cNvPr id="0" name=""/>
        <dsp:cNvSpPr/>
      </dsp:nvSpPr>
      <dsp:spPr>
        <a:xfrm rot="20400000">
          <a:off x="1420618" y="402837"/>
          <a:ext cx="179999" cy="2290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422246" y="457874"/>
        <a:ext cx="125999" cy="13740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CF0CCD-5766-428E-B1A9-56F824243C00}">
      <dsp:nvSpPr>
        <dsp:cNvPr id="0" name=""/>
        <dsp:cNvSpPr/>
      </dsp:nvSpPr>
      <dsp:spPr>
        <a:xfrm>
          <a:off x="0" y="58949"/>
          <a:ext cx="7680960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Real-time player selection and filtering</a:t>
          </a:r>
        </a:p>
      </dsp:txBody>
      <dsp:txXfrm>
        <a:off x="22275" y="81224"/>
        <a:ext cx="7636410" cy="411750"/>
      </dsp:txXfrm>
    </dsp:sp>
    <dsp:sp modelId="{D5A9AC11-75B1-4750-834B-B27DFEFB3DAB}">
      <dsp:nvSpPr>
        <dsp:cNvPr id="0" name=""/>
        <dsp:cNvSpPr/>
      </dsp:nvSpPr>
      <dsp:spPr>
        <a:xfrm>
          <a:off x="0" y="572849"/>
          <a:ext cx="7680960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30+ interactive visualizations (Plotly charts)</a:t>
          </a:r>
        </a:p>
      </dsp:txBody>
      <dsp:txXfrm>
        <a:off x="22275" y="595124"/>
        <a:ext cx="7636410" cy="411750"/>
      </dsp:txXfrm>
    </dsp:sp>
    <dsp:sp modelId="{5AFF8E24-3CBF-47D2-B502-D89FDCCDDF14}">
      <dsp:nvSpPr>
        <dsp:cNvPr id="0" name=""/>
        <dsp:cNvSpPr/>
      </dsp:nvSpPr>
      <dsp:spPr>
        <a:xfrm>
          <a:off x="0" y="1086750"/>
          <a:ext cx="7680960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Multi-model AI predictions (LSTM, XGBoost, Ensemble)</a:t>
          </a:r>
        </a:p>
      </dsp:txBody>
      <dsp:txXfrm>
        <a:off x="22275" y="1109025"/>
        <a:ext cx="7636410" cy="411750"/>
      </dsp:txXfrm>
    </dsp:sp>
    <dsp:sp modelId="{24C92FF3-6F20-4616-B052-6760A85BC13E}">
      <dsp:nvSpPr>
        <dsp:cNvPr id="0" name=""/>
        <dsp:cNvSpPr/>
      </dsp:nvSpPr>
      <dsp:spPr>
        <a:xfrm>
          <a:off x="0" y="1600650"/>
          <a:ext cx="7680960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Sentiment analysis integration (positive/negative/neutral)</a:t>
          </a:r>
        </a:p>
      </dsp:txBody>
      <dsp:txXfrm>
        <a:off x="22275" y="1622925"/>
        <a:ext cx="7636410" cy="411750"/>
      </dsp:txXfrm>
    </dsp:sp>
    <dsp:sp modelId="{9F5C9574-5C91-4D1B-ACD7-703CF37C06E6}">
      <dsp:nvSpPr>
        <dsp:cNvPr id="0" name=""/>
        <dsp:cNvSpPr/>
      </dsp:nvSpPr>
      <dsp:spPr>
        <a:xfrm>
          <a:off x="0" y="2114550"/>
          <a:ext cx="7680960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Performance metrics tracking (goals, assists, efficiency)</a:t>
          </a:r>
        </a:p>
      </dsp:txBody>
      <dsp:txXfrm>
        <a:off x="22275" y="2136825"/>
        <a:ext cx="7636410" cy="411750"/>
      </dsp:txXfrm>
    </dsp:sp>
    <dsp:sp modelId="{BE3779B8-184D-439B-B21F-7BEAB9292D68}">
      <dsp:nvSpPr>
        <dsp:cNvPr id="0" name=""/>
        <dsp:cNvSpPr/>
      </dsp:nvSpPr>
      <dsp:spPr>
        <a:xfrm>
          <a:off x="0" y="2628450"/>
          <a:ext cx="7680960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Historical trend analysis and future forecasting</a:t>
          </a:r>
        </a:p>
      </dsp:txBody>
      <dsp:txXfrm>
        <a:off x="22275" y="2650725"/>
        <a:ext cx="7636410" cy="411750"/>
      </dsp:txXfrm>
    </dsp:sp>
    <dsp:sp modelId="{90F4B1FA-4B20-4B1E-AB63-9FC20A1B6DFB}">
      <dsp:nvSpPr>
        <dsp:cNvPr id="0" name=""/>
        <dsp:cNvSpPr/>
      </dsp:nvSpPr>
      <dsp:spPr>
        <a:xfrm>
          <a:off x="0" y="3142349"/>
          <a:ext cx="7680960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Mobile-responsive design for accessibility</a:t>
          </a:r>
        </a:p>
      </dsp:txBody>
      <dsp:txXfrm>
        <a:off x="22275" y="3164624"/>
        <a:ext cx="7636410" cy="41175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137C44-FC4D-42BC-A68C-00EA3ED34227}">
      <dsp:nvSpPr>
        <dsp:cNvPr id="0" name=""/>
        <dsp:cNvSpPr/>
      </dsp:nvSpPr>
      <dsp:spPr>
        <a:xfrm>
          <a:off x="915114" y="446"/>
          <a:ext cx="1828353" cy="1097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Model Performance:</a:t>
          </a:r>
        </a:p>
      </dsp:txBody>
      <dsp:txXfrm>
        <a:off x="915114" y="446"/>
        <a:ext cx="1828353" cy="1097012"/>
      </dsp:txXfrm>
    </dsp:sp>
    <dsp:sp modelId="{7C443193-3D78-4481-A578-9915384E6BD6}">
      <dsp:nvSpPr>
        <dsp:cNvPr id="0" name=""/>
        <dsp:cNvSpPr/>
      </dsp:nvSpPr>
      <dsp:spPr>
        <a:xfrm>
          <a:off x="2926303" y="446"/>
          <a:ext cx="1828353" cy="1097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Ensemble Model R² Score: 0.94</a:t>
          </a:r>
        </a:p>
      </dsp:txBody>
      <dsp:txXfrm>
        <a:off x="2926303" y="446"/>
        <a:ext cx="1828353" cy="1097012"/>
      </dsp:txXfrm>
    </dsp:sp>
    <dsp:sp modelId="{6408392D-9966-483E-A3E3-BA228BCE645B}">
      <dsp:nvSpPr>
        <dsp:cNvPr id="0" name=""/>
        <dsp:cNvSpPr/>
      </dsp:nvSpPr>
      <dsp:spPr>
        <a:xfrm>
          <a:off x="4937492" y="446"/>
          <a:ext cx="1828353" cy="1097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RMSE: 2.8M EUR (highly accurate)</a:t>
          </a:r>
        </a:p>
      </dsp:txBody>
      <dsp:txXfrm>
        <a:off x="4937492" y="446"/>
        <a:ext cx="1828353" cy="1097012"/>
      </dsp:txXfrm>
    </dsp:sp>
    <dsp:sp modelId="{0422D0C5-226F-44D0-B9DE-7CA5DEF66DB8}">
      <dsp:nvSpPr>
        <dsp:cNvPr id="0" name=""/>
        <dsp:cNvSpPr/>
      </dsp:nvSpPr>
      <dsp:spPr>
        <a:xfrm>
          <a:off x="915114" y="1280293"/>
          <a:ext cx="1828353" cy="1097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MAE: 2.0M EUR</a:t>
          </a:r>
        </a:p>
      </dsp:txBody>
      <dsp:txXfrm>
        <a:off x="915114" y="1280293"/>
        <a:ext cx="1828353" cy="1097012"/>
      </dsp:txXfrm>
    </dsp:sp>
    <dsp:sp modelId="{FE47AFA1-2C6A-463E-AABF-E90C6CCA5E78}">
      <dsp:nvSpPr>
        <dsp:cNvPr id="0" name=""/>
        <dsp:cNvSpPr/>
      </dsp:nvSpPr>
      <dsp:spPr>
        <a:xfrm>
          <a:off x="2926303" y="1280293"/>
          <a:ext cx="1828353" cy="1097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Dashboard Metrics:</a:t>
          </a:r>
        </a:p>
      </dsp:txBody>
      <dsp:txXfrm>
        <a:off x="2926303" y="1280293"/>
        <a:ext cx="1828353" cy="1097012"/>
      </dsp:txXfrm>
    </dsp:sp>
    <dsp:sp modelId="{FCB692CE-4860-45DE-B9D7-56586406A0CE}">
      <dsp:nvSpPr>
        <dsp:cNvPr id="0" name=""/>
        <dsp:cNvSpPr/>
      </dsp:nvSpPr>
      <dsp:spPr>
        <a:xfrm>
          <a:off x="4937492" y="1280293"/>
          <a:ext cx="1828353" cy="1097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2000+ lines of production code</a:t>
          </a:r>
        </a:p>
      </dsp:txBody>
      <dsp:txXfrm>
        <a:off x="4937492" y="1280293"/>
        <a:ext cx="1828353" cy="1097012"/>
      </dsp:txXfrm>
    </dsp:sp>
    <dsp:sp modelId="{8147A2E6-B573-4772-ADCE-40A6AB29E855}">
      <dsp:nvSpPr>
        <dsp:cNvPr id="0" name=""/>
        <dsp:cNvSpPr/>
      </dsp:nvSpPr>
      <dsp:spPr>
        <a:xfrm>
          <a:off x="915114" y="2560141"/>
          <a:ext cx="1828353" cy="1097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1600+ player-season records analyzed</a:t>
          </a:r>
        </a:p>
      </dsp:txBody>
      <dsp:txXfrm>
        <a:off x="915114" y="2560141"/>
        <a:ext cx="1828353" cy="1097012"/>
      </dsp:txXfrm>
    </dsp:sp>
    <dsp:sp modelId="{93FA1A5E-1AB4-49CB-8BE7-2FF36DE0418B}">
      <dsp:nvSpPr>
        <dsp:cNvPr id="0" name=""/>
        <dsp:cNvSpPr/>
      </dsp:nvSpPr>
      <dsp:spPr>
        <a:xfrm>
          <a:off x="2926303" y="2560141"/>
          <a:ext cx="1828353" cy="1097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4 machine learning models implemented</a:t>
          </a:r>
        </a:p>
      </dsp:txBody>
      <dsp:txXfrm>
        <a:off x="2926303" y="2560141"/>
        <a:ext cx="1828353" cy="1097012"/>
      </dsp:txXfrm>
    </dsp:sp>
    <dsp:sp modelId="{D2E75713-5F07-4286-8CCA-355028DE54C1}">
      <dsp:nvSpPr>
        <dsp:cNvPr id="0" name=""/>
        <dsp:cNvSpPr/>
      </dsp:nvSpPr>
      <dsp:spPr>
        <a:xfrm>
          <a:off x="4937492" y="2560141"/>
          <a:ext cx="1828353" cy="1097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Sentiment analysis on 1000+ players</a:t>
          </a:r>
        </a:p>
      </dsp:txBody>
      <dsp:txXfrm>
        <a:off x="4937492" y="2560141"/>
        <a:ext cx="1828353" cy="109701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1A6F5C-DEBC-4C57-BF42-9B8C84577301}">
      <dsp:nvSpPr>
        <dsp:cNvPr id="0" name=""/>
        <dsp:cNvSpPr/>
      </dsp:nvSpPr>
      <dsp:spPr>
        <a:xfrm>
          <a:off x="0" y="759"/>
          <a:ext cx="7315200" cy="3846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26A5A7-820F-4A5F-B4A2-242BECC85C6E}">
      <dsp:nvSpPr>
        <dsp:cNvPr id="0" name=""/>
        <dsp:cNvSpPr/>
      </dsp:nvSpPr>
      <dsp:spPr>
        <a:xfrm>
          <a:off x="116369" y="87314"/>
          <a:ext cx="211580" cy="2115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2B493-60DE-4969-805A-690EEAB5CDCE}">
      <dsp:nvSpPr>
        <dsp:cNvPr id="0" name=""/>
        <dsp:cNvSpPr/>
      </dsp:nvSpPr>
      <dsp:spPr>
        <a:xfrm>
          <a:off x="444318" y="759"/>
          <a:ext cx="6870881" cy="3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713" tIns="40713" rIns="40713" bIns="40713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Successfully developed AI-powered player valuation system</a:t>
          </a:r>
        </a:p>
      </dsp:txBody>
      <dsp:txXfrm>
        <a:off x="444318" y="759"/>
        <a:ext cx="6870881" cy="384690"/>
      </dsp:txXfrm>
    </dsp:sp>
    <dsp:sp modelId="{E6D49B09-2E06-4742-AF14-238D6C5F608A}">
      <dsp:nvSpPr>
        <dsp:cNvPr id="0" name=""/>
        <dsp:cNvSpPr/>
      </dsp:nvSpPr>
      <dsp:spPr>
        <a:xfrm>
          <a:off x="0" y="481622"/>
          <a:ext cx="7315200" cy="3846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1AEA2E-FBE0-4618-9834-4B0AE57C2E9B}">
      <dsp:nvSpPr>
        <dsp:cNvPr id="0" name=""/>
        <dsp:cNvSpPr/>
      </dsp:nvSpPr>
      <dsp:spPr>
        <a:xfrm>
          <a:off x="116369" y="568178"/>
          <a:ext cx="211580" cy="2115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EFB5AB-142C-44D0-BBF1-BF3152310E7B}">
      <dsp:nvSpPr>
        <dsp:cNvPr id="0" name=""/>
        <dsp:cNvSpPr/>
      </dsp:nvSpPr>
      <dsp:spPr>
        <a:xfrm>
          <a:off x="444318" y="481622"/>
          <a:ext cx="6870881" cy="3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713" tIns="40713" rIns="40713" bIns="40713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Integrated multiple data sources and ML models effectively</a:t>
          </a:r>
        </a:p>
      </dsp:txBody>
      <dsp:txXfrm>
        <a:off x="444318" y="481622"/>
        <a:ext cx="6870881" cy="384690"/>
      </dsp:txXfrm>
    </dsp:sp>
    <dsp:sp modelId="{BA181ABA-C8AF-4F08-8614-76057393C259}">
      <dsp:nvSpPr>
        <dsp:cNvPr id="0" name=""/>
        <dsp:cNvSpPr/>
      </dsp:nvSpPr>
      <dsp:spPr>
        <a:xfrm>
          <a:off x="0" y="962486"/>
          <a:ext cx="7315200" cy="3846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C4A28-39E7-43A5-BC24-6B877ED0D300}">
      <dsp:nvSpPr>
        <dsp:cNvPr id="0" name=""/>
        <dsp:cNvSpPr/>
      </dsp:nvSpPr>
      <dsp:spPr>
        <a:xfrm>
          <a:off x="116369" y="1049041"/>
          <a:ext cx="211580" cy="2115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CD1D93-BC6D-4DA6-A2B9-EF48596B3C1B}">
      <dsp:nvSpPr>
        <dsp:cNvPr id="0" name=""/>
        <dsp:cNvSpPr/>
      </dsp:nvSpPr>
      <dsp:spPr>
        <a:xfrm>
          <a:off x="444318" y="962486"/>
          <a:ext cx="6870881" cy="3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713" tIns="40713" rIns="40713" bIns="40713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Achieved 94% accuracy with ensemble approach</a:t>
          </a:r>
        </a:p>
      </dsp:txBody>
      <dsp:txXfrm>
        <a:off x="444318" y="962486"/>
        <a:ext cx="6870881" cy="384690"/>
      </dsp:txXfrm>
    </dsp:sp>
    <dsp:sp modelId="{DB334C22-F769-412E-B677-221880DC87B7}">
      <dsp:nvSpPr>
        <dsp:cNvPr id="0" name=""/>
        <dsp:cNvSpPr/>
      </dsp:nvSpPr>
      <dsp:spPr>
        <a:xfrm>
          <a:off x="0" y="1443350"/>
          <a:ext cx="7315200" cy="3846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965E6D-8010-4D01-B379-3D25E9FC30EF}">
      <dsp:nvSpPr>
        <dsp:cNvPr id="0" name=""/>
        <dsp:cNvSpPr/>
      </dsp:nvSpPr>
      <dsp:spPr>
        <a:xfrm>
          <a:off x="116369" y="1529905"/>
          <a:ext cx="211580" cy="2115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628E85-C29C-44F6-B061-475B4A9327A1}">
      <dsp:nvSpPr>
        <dsp:cNvPr id="0" name=""/>
        <dsp:cNvSpPr/>
      </dsp:nvSpPr>
      <dsp:spPr>
        <a:xfrm>
          <a:off x="444318" y="1443350"/>
          <a:ext cx="6870881" cy="3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713" tIns="40713" rIns="40713" bIns="40713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Created professional, interactive dashboard for stakeholders</a:t>
          </a:r>
        </a:p>
      </dsp:txBody>
      <dsp:txXfrm>
        <a:off x="444318" y="1443350"/>
        <a:ext cx="6870881" cy="3846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069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6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407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862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36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152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80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3632"/>
            <a:ext cx="3291840" cy="130302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220"/>
            <a:ext cx="4258818" cy="388848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3129"/>
            <a:ext cx="3291840" cy="282172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830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5239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49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1500"/>
            <a:ext cx="1971675" cy="405765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1500"/>
            <a:ext cx="5686425" cy="40576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447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448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7290055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3028"/>
            <a:ext cx="1615607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3028"/>
            <a:ext cx="4426094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3028"/>
            <a:ext cx="730250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550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</p:sldLayoutIdLst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24624" y="1375576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 err="1"/>
              <a:t>TransferIQ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7764449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ADCFC"/>
                </a:solidFill>
              </a:defRPr>
            </a:pPr>
            <a:r>
              <a:rPr dirty="0"/>
              <a:t>Dynamic Player Transfer Value Prediction using AI and Multi-source Data</a:t>
            </a:r>
            <a:br>
              <a:rPr lang="en-US" dirty="0"/>
            </a:br>
            <a:endParaRPr lang="en-US" dirty="0"/>
          </a:p>
          <a:p>
            <a:pPr algn="ctr">
              <a:defRPr sz="2400">
                <a:solidFill>
                  <a:srgbClr val="CADCFC"/>
                </a:solidFill>
              </a:defRPr>
            </a:pPr>
            <a:r>
              <a:rPr lang="en-US" sz="1500" dirty="0"/>
              <a:t>Name : </a:t>
            </a:r>
            <a:r>
              <a:rPr lang="en-US" sz="1500" dirty="0" err="1"/>
              <a:t>Kolapalli</a:t>
            </a:r>
            <a:r>
              <a:rPr lang="en-US" sz="1500" dirty="0"/>
              <a:t> Hema </a:t>
            </a:r>
            <a:r>
              <a:rPr lang="en-US" sz="1500" dirty="0" err="1"/>
              <a:t>Pulleswararao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Problem Statement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EE398964-1677-B202-3677-1667E65DFE46}"/>
              </a:ext>
            </a:extLst>
          </p:cNvPr>
          <p:cNvGraphicFramePr/>
          <p:nvPr/>
        </p:nvGraphicFramePr>
        <p:xfrm>
          <a:off x="731520" y="1097280"/>
          <a:ext cx="768096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Proposed Solution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901CDB40-7D37-547C-F6CE-0BE24CB73871}"/>
              </a:ext>
            </a:extLst>
          </p:cNvPr>
          <p:cNvGraphicFramePr/>
          <p:nvPr/>
        </p:nvGraphicFramePr>
        <p:xfrm>
          <a:off x="731520" y="1097280"/>
          <a:ext cx="768096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Frontend &amp; Visualization: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Streamlit - Web framework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Plotly - Interactive charts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Pandas - Data manipulation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Data Sources: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StatsBomb Open Data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Transfermarkt (web scraping)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Twitter API (sentiment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ML/AI Models: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LSTM (TensorFlow/Keras)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XGBoost - Gradient boosting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LightGBM - Fast boosting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NLP &amp; Analysis: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VADER - Sentiment analysis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TextBlob - Polarity scoring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NumPy &amp; Scikit-learn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System Workflow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688C0417-DC9C-F6AF-AB15-BB2B91131E12}"/>
              </a:ext>
            </a:extLst>
          </p:cNvPr>
          <p:cNvGraphicFramePr/>
          <p:nvPr/>
        </p:nvGraphicFramePr>
        <p:xfrm>
          <a:off x="731520" y="1097280"/>
          <a:ext cx="768096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Feasibility &amp;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Market Viability: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Growing sports analytics industry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Demand from clubs and agents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Fantasy sports applications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Cost-Effectiveness: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Open-source technology stack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Cloud-based hosting (Streamlit)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Minimal infrastructure costs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Rapid development cycle</a:t>
            </a:r>
          </a:p>
        </p:txBody>
      </p:sp>
      <p:graphicFrame>
        <p:nvGraphicFramePr>
          <p:cNvPr id="10" name="TextBox 4">
            <a:extLst>
              <a:ext uri="{FF2B5EF4-FFF2-40B4-BE49-F238E27FC236}">
                <a16:creationId xmlns:a16="http://schemas.microsoft.com/office/drawing/2014/main" id="{51968266-BF56-26D9-F7A7-C26325D7759A}"/>
              </a:ext>
            </a:extLst>
          </p:cNvPr>
          <p:cNvGraphicFramePr/>
          <p:nvPr/>
        </p:nvGraphicFramePr>
        <p:xfrm>
          <a:off x="457200" y="1097280"/>
          <a:ext cx="41148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Impact &amp;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For Analysts: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Comprehensive analytics platform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Multi-model comparisons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Sentiment impact analysis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Academic Contribution: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Novel ensemble approach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Sentiment-value correlation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Reproducible methodology</a:t>
            </a:r>
          </a:p>
          <a:p>
            <a:pPr>
              <a:spcAft>
                <a:spcPts val="1000"/>
              </a:spcAft>
              <a:defRPr sz="1600">
                <a:solidFill>
                  <a:srgbClr val="363636"/>
                </a:solidFill>
              </a:defRPr>
            </a:pPr>
            <a:r>
              <a:t>• Open research platform</a:t>
            </a:r>
          </a:p>
        </p:txBody>
      </p:sp>
      <p:graphicFrame>
        <p:nvGraphicFramePr>
          <p:cNvPr id="8" name="TextBox 4">
            <a:extLst>
              <a:ext uri="{FF2B5EF4-FFF2-40B4-BE49-F238E27FC236}">
                <a16:creationId xmlns:a16="http://schemas.microsoft.com/office/drawing/2014/main" id="{D0B1B894-D4F7-293D-F2ED-C52A6B03A2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6336640"/>
              </p:ext>
            </p:extLst>
          </p:nvPr>
        </p:nvGraphicFramePr>
        <p:xfrm>
          <a:off x="457200" y="1184744"/>
          <a:ext cx="3987579" cy="3570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Dashboard Features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4E5543B7-BACC-3FED-B29C-FE32283BBAB0}"/>
              </a:ext>
            </a:extLst>
          </p:cNvPr>
          <p:cNvGraphicFramePr/>
          <p:nvPr/>
        </p:nvGraphicFramePr>
        <p:xfrm>
          <a:off x="731520" y="1097280"/>
          <a:ext cx="768096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5659" y="-1"/>
            <a:ext cx="9199659" cy="55261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Implementation Results</a:t>
            </a:r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F4D92D94-105A-9E6A-8F4A-6D7BE254A8DD}"/>
              </a:ext>
            </a:extLst>
          </p:cNvPr>
          <p:cNvGraphicFramePr/>
          <p:nvPr/>
        </p:nvGraphicFramePr>
        <p:xfrm>
          <a:off x="731520" y="1097280"/>
          <a:ext cx="768096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640" y="3840480"/>
            <a:ext cx="844740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3C5FD"/>
                </a:solidFill>
              </a:defRPr>
            </a:pPr>
            <a:r>
              <a:rPr sz="1500"/>
              <a:t>🌐 Live Dashboard:</a:t>
            </a:r>
            <a:r>
              <a:t> </a:t>
            </a:r>
            <a:r>
              <a:rPr sz="1500"/>
              <a:t>[</a:t>
            </a:r>
            <a:r>
              <a:rPr lang="en-US" altLang="en-US" sz="1500"/>
              <a:t>https://infosysmilestonetransferiqproject-7w53vlfdrr6qpcfwer4g75.streamlit.app/</a:t>
            </a:r>
            <a:r>
              <a:rPr sz="1500"/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4458970"/>
            <a:ext cx="118491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ADCFC"/>
                </a:solidFill>
              </a:defRPr>
            </a:pPr>
            <a:r>
              <a:t>Thank You </a:t>
            </a:r>
          </a:p>
        </p:txBody>
      </p:sp>
      <p:graphicFrame>
        <p:nvGraphicFramePr>
          <p:cNvPr id="10" name="TextBox 3">
            <a:extLst>
              <a:ext uri="{FF2B5EF4-FFF2-40B4-BE49-F238E27FC236}">
                <a16:creationId xmlns:a16="http://schemas.microsoft.com/office/drawing/2014/main" id="{13F51DF3-BB8C-8871-76C7-1B23D9CB0699}"/>
              </a:ext>
            </a:extLst>
          </p:cNvPr>
          <p:cNvGraphicFramePr/>
          <p:nvPr/>
        </p:nvGraphicFramePr>
        <p:xfrm>
          <a:off x="914400" y="1645920"/>
          <a:ext cx="7315200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18</TotalTime>
  <Words>555</Words>
  <Application>Microsoft Office PowerPoint</Application>
  <PresentationFormat>On-screen Show (16:9)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PULLESH KOLAPALLI</cp:lastModifiedBy>
  <cp:revision>6</cp:revision>
  <dcterms:created xsi:type="dcterms:W3CDTF">2013-01-27T09:14:00Z</dcterms:created>
  <dcterms:modified xsi:type="dcterms:W3CDTF">2026-04-01T15:38:28Z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67CAFA3635604736971C33F3BAD8B66A_12</vt:lpwstr>
  </property>
  <property fmtid="{D5CDD505-2E9C-101B-9397-08002B2CF9AE}" pid="3" name="KSOProductBuildVer">
    <vt:lpwstr>1033-12.2.0.23196</vt:lpwstr>
  </property>
</Properties>
</file>